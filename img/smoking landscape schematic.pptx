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15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7467-D4A3-467E-81D1-C77923A17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59900-2C4D-4C89-9EC1-B00D0F1E2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45AEC-CF24-4E9D-AA68-62EE13B8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EA44-3460-40F2-BE6F-8495E6B5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7BAD8-D0AC-43A9-8861-A0A4F1F1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5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BF3A-4D0F-4853-8C88-2DD51A66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26DA-4CF7-4CF5-B82A-AF47B3A64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CFC0A-E9D5-4E46-8059-4BA6990C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58AE-3859-45BC-B09B-CCED7CBF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5AD24-DEA8-42F4-97C9-F3565FA8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32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0110-66CE-42FF-9432-EE5A1784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EF1F5-C0A4-421C-B45E-E25040F50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52B7F-EBBE-444E-B138-3C34D289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176D2-1806-4915-AB01-D0601E68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7EB1-B178-4C04-969A-3BA8C823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3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8847-5D1F-49BB-BDD4-3DB136C0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71C0-03CB-4C2C-87A1-B3C61B99B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874A5-F12C-4109-8DA9-4F839B89D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A432A-F9F8-4818-8E75-12E80D57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940EF-15B0-4CE6-8ED6-89404DA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ED60D-D9B4-4F61-A2B1-46BA107D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10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28F8-1379-4F36-9BCC-7B776BF8C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0279E-C269-4BA7-A46A-6B4A067FC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4ACAB-A9B4-4EB4-A1C4-6F1C31F2F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132016-59B6-44F3-B619-89D0F699A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96332-E56B-4D0B-BEED-A8246E879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35DE36-DFF7-42F2-A5B8-75270DEB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CD606-73DC-4DEE-A5D7-B7379500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55FFC-7C82-4DE2-85BE-D458D39F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34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9B06-36DD-4E22-8DE1-BFAA38A1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6FFF3-9F26-4AC0-A439-3911F5B9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C7405-7520-4A45-B881-7F7B3DEF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8489C-2ADE-4749-8CF4-8324FA98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23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8E0F3-2CC2-4467-9807-AA3990DA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65360-C9CD-4687-8B74-B8DEDB8D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46D30-12DF-4444-81E7-5D44F4DF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18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BEF0-71F6-4A94-AB4F-1CFDA368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88D89-39DD-4444-A956-4F834B66E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ECCF-76DF-441F-BBCE-D2DF55D66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DF932-65D0-4BFC-A446-9A65BD3A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9882E-5E0B-4639-AEBA-FEFD7E68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FD699-4D88-4D08-8475-BF6695B4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64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688F-6E55-435D-9BB8-403BD0B0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E07F7-D3E9-4839-8ACA-0605246AC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9BA3A-095A-4148-A33F-E1611A03D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9FD17-AE45-44BC-BEB9-14F85179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1217-C689-41A1-99B1-DB4ED6B9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26ECD-BB98-41E7-A79B-303D56FB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97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22E1-6AB4-4B23-BD61-008E0782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381CA-E952-4F52-93CE-DC00AF82A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07F9F-8E3A-40EF-BEA5-7CFF1B68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70B7-34C4-4018-AC96-FBB78D67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67D4C-DEE1-476A-8D11-C5A6C345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FD9E7-4A94-4072-AAA0-F666AA2C1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FD445-CF17-473D-B0AE-6BF0D2BD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9D36D-EBF2-41A5-8FE2-8712FDD1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0F4B8-6203-4736-ABD6-1F9105AA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C9F90-1967-41B7-811C-2A216BFA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57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A7D2D-B480-4C6C-8F56-0CE406BF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C3A52-9F1F-4A16-A2C4-BA2348F90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41290-8C16-4409-8A11-2E8F4941B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DEBB0-393B-4142-966A-E7B461AABA1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C64A9-2CEA-486A-8B12-A4EA9E2FC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2BB6F-8361-4A2F-B8A5-E5C534828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4241-2C70-4AFE-B2EA-A032721C8A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81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D815-BDD4-4D40-912A-C716E194E5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75CAF-E413-4B61-85EF-9D465873C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90E57-C605-43AA-8CEF-98CA54DF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91" y="0"/>
            <a:ext cx="10486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3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A513-DFD4-4D9E-92F8-FE5D27D3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AEB45-36BA-4173-BB0F-4B47AF543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4D2CB-D6A6-430B-8310-E9788C19B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74" y="0"/>
            <a:ext cx="11076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DD6C917-1923-41EE-85AD-262124DA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69" y="0"/>
            <a:ext cx="10445261" cy="6858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FD8E7D6-5BA2-494F-A87C-41720764CF51}"/>
              </a:ext>
            </a:extLst>
          </p:cNvPr>
          <p:cNvSpPr/>
          <p:nvPr/>
        </p:nvSpPr>
        <p:spPr>
          <a:xfrm>
            <a:off x="898705" y="39486"/>
            <a:ext cx="7724434" cy="6670098"/>
          </a:xfrm>
          <a:custGeom>
            <a:avLst/>
            <a:gdLst>
              <a:gd name="connsiteX0" fmla="*/ 5023604 w 5175475"/>
              <a:gd name="connsiteY0" fmla="*/ 893879 h 6647058"/>
              <a:gd name="connsiteX1" fmla="*/ 4649892 w 5175475"/>
              <a:gd name="connsiteY1" fmla="*/ 1418665 h 6647058"/>
              <a:gd name="connsiteX2" fmla="*/ 3878616 w 5175475"/>
              <a:gd name="connsiteY2" fmla="*/ 1514080 h 6647058"/>
              <a:gd name="connsiteX3" fmla="*/ 3139145 w 5175475"/>
              <a:gd name="connsiteY3" fmla="*/ 1673106 h 6647058"/>
              <a:gd name="connsiteX4" fmla="*/ 2471235 w 5175475"/>
              <a:gd name="connsiteY4" fmla="*/ 2237649 h 6647058"/>
              <a:gd name="connsiteX5" fmla="*/ 1954400 w 5175475"/>
              <a:gd name="connsiteY5" fmla="*/ 3072536 h 6647058"/>
              <a:gd name="connsiteX6" fmla="*/ 2081621 w 5175475"/>
              <a:gd name="connsiteY6" fmla="*/ 3931277 h 6647058"/>
              <a:gd name="connsiteX7" fmla="*/ 2884703 w 5175475"/>
              <a:gd name="connsiteY7" fmla="*/ 4408355 h 6647058"/>
              <a:gd name="connsiteX8" fmla="*/ 3671882 w 5175475"/>
              <a:gd name="connsiteY8" fmla="*/ 4559430 h 6647058"/>
              <a:gd name="connsiteX9" fmla="*/ 4427256 w 5175475"/>
              <a:gd name="connsiteY9" fmla="*/ 4416306 h 6647058"/>
              <a:gd name="connsiteX10" fmla="*/ 5023604 w 5175475"/>
              <a:gd name="connsiteY10" fmla="*/ 4535576 h 6647058"/>
              <a:gd name="connsiteX11" fmla="*/ 5134922 w 5175475"/>
              <a:gd name="connsiteY11" fmla="*/ 5211437 h 6647058"/>
              <a:gd name="connsiteX12" fmla="*/ 5103117 w 5175475"/>
              <a:gd name="connsiteY12" fmla="*/ 6070178 h 6647058"/>
              <a:gd name="connsiteX13" fmla="*/ 4339791 w 5175475"/>
              <a:gd name="connsiteY13" fmla="*/ 6594964 h 6647058"/>
              <a:gd name="connsiteX14" fmla="*/ 3035778 w 5175475"/>
              <a:gd name="connsiteY14" fmla="*/ 6602915 h 6647058"/>
              <a:gd name="connsiteX15" fmla="*/ 1898741 w 5175475"/>
              <a:gd name="connsiteY15" fmla="*/ 6372327 h 6647058"/>
              <a:gd name="connsiteX16" fmla="*/ 880974 w 5175475"/>
              <a:gd name="connsiteY16" fmla="*/ 5537440 h 6647058"/>
              <a:gd name="connsiteX17" fmla="*/ 205113 w 5175475"/>
              <a:gd name="connsiteY17" fmla="*/ 4495819 h 6647058"/>
              <a:gd name="connsiteX18" fmla="*/ 6331 w 5175475"/>
              <a:gd name="connsiteY18" fmla="*/ 3056633 h 6647058"/>
              <a:gd name="connsiteX19" fmla="*/ 54038 w 5175475"/>
              <a:gd name="connsiteY19" fmla="*/ 1887792 h 6647058"/>
              <a:gd name="connsiteX20" fmla="*/ 101746 w 5175475"/>
              <a:gd name="connsiteY20" fmla="*/ 877976 h 6647058"/>
              <a:gd name="connsiteX21" fmla="*/ 960487 w 5175475"/>
              <a:gd name="connsiteY21" fmla="*/ 162359 h 6647058"/>
              <a:gd name="connsiteX22" fmla="*/ 1882838 w 5175475"/>
              <a:gd name="connsiteY22" fmla="*/ 3332 h 6647058"/>
              <a:gd name="connsiteX23" fmla="*/ 2646164 w 5175475"/>
              <a:gd name="connsiteY23" fmla="*/ 58992 h 6647058"/>
              <a:gd name="connsiteX24" fmla="*/ 3783200 w 5175475"/>
              <a:gd name="connsiteY24" fmla="*/ 3332 h 6647058"/>
              <a:gd name="connsiteX25" fmla="*/ 4633990 w 5175475"/>
              <a:gd name="connsiteY25" fmla="*/ 178261 h 6647058"/>
              <a:gd name="connsiteX26" fmla="*/ 5023604 w 5175475"/>
              <a:gd name="connsiteY26" fmla="*/ 893879 h 6647058"/>
              <a:gd name="connsiteX0" fmla="*/ 5023604 w 5333036"/>
              <a:gd name="connsiteY0" fmla="*/ 893879 h 6647058"/>
              <a:gd name="connsiteX1" fmla="*/ 4649892 w 5333036"/>
              <a:gd name="connsiteY1" fmla="*/ 1418665 h 6647058"/>
              <a:gd name="connsiteX2" fmla="*/ 3878616 w 5333036"/>
              <a:gd name="connsiteY2" fmla="*/ 1514080 h 6647058"/>
              <a:gd name="connsiteX3" fmla="*/ 3139145 w 5333036"/>
              <a:gd name="connsiteY3" fmla="*/ 1673106 h 6647058"/>
              <a:gd name="connsiteX4" fmla="*/ 2471235 w 5333036"/>
              <a:gd name="connsiteY4" fmla="*/ 2237649 h 6647058"/>
              <a:gd name="connsiteX5" fmla="*/ 1954400 w 5333036"/>
              <a:gd name="connsiteY5" fmla="*/ 3072536 h 6647058"/>
              <a:gd name="connsiteX6" fmla="*/ 2081621 w 5333036"/>
              <a:gd name="connsiteY6" fmla="*/ 3931277 h 6647058"/>
              <a:gd name="connsiteX7" fmla="*/ 2884703 w 5333036"/>
              <a:gd name="connsiteY7" fmla="*/ 4408355 h 6647058"/>
              <a:gd name="connsiteX8" fmla="*/ 3671882 w 5333036"/>
              <a:gd name="connsiteY8" fmla="*/ 4559430 h 6647058"/>
              <a:gd name="connsiteX9" fmla="*/ 4427256 w 5333036"/>
              <a:gd name="connsiteY9" fmla="*/ 4416306 h 6647058"/>
              <a:gd name="connsiteX10" fmla="*/ 5023604 w 5333036"/>
              <a:gd name="connsiteY10" fmla="*/ 4535576 h 6647058"/>
              <a:gd name="connsiteX11" fmla="*/ 5331567 w 5333036"/>
              <a:gd name="connsiteY11" fmla="*/ 5201605 h 6647058"/>
              <a:gd name="connsiteX12" fmla="*/ 5103117 w 5333036"/>
              <a:gd name="connsiteY12" fmla="*/ 6070178 h 6647058"/>
              <a:gd name="connsiteX13" fmla="*/ 4339791 w 5333036"/>
              <a:gd name="connsiteY13" fmla="*/ 6594964 h 6647058"/>
              <a:gd name="connsiteX14" fmla="*/ 3035778 w 5333036"/>
              <a:gd name="connsiteY14" fmla="*/ 6602915 h 6647058"/>
              <a:gd name="connsiteX15" fmla="*/ 1898741 w 5333036"/>
              <a:gd name="connsiteY15" fmla="*/ 6372327 h 6647058"/>
              <a:gd name="connsiteX16" fmla="*/ 880974 w 5333036"/>
              <a:gd name="connsiteY16" fmla="*/ 5537440 h 6647058"/>
              <a:gd name="connsiteX17" fmla="*/ 205113 w 5333036"/>
              <a:gd name="connsiteY17" fmla="*/ 4495819 h 6647058"/>
              <a:gd name="connsiteX18" fmla="*/ 6331 w 5333036"/>
              <a:gd name="connsiteY18" fmla="*/ 3056633 h 6647058"/>
              <a:gd name="connsiteX19" fmla="*/ 54038 w 5333036"/>
              <a:gd name="connsiteY19" fmla="*/ 1887792 h 6647058"/>
              <a:gd name="connsiteX20" fmla="*/ 101746 w 5333036"/>
              <a:gd name="connsiteY20" fmla="*/ 877976 h 6647058"/>
              <a:gd name="connsiteX21" fmla="*/ 960487 w 5333036"/>
              <a:gd name="connsiteY21" fmla="*/ 162359 h 6647058"/>
              <a:gd name="connsiteX22" fmla="*/ 1882838 w 5333036"/>
              <a:gd name="connsiteY22" fmla="*/ 3332 h 6647058"/>
              <a:gd name="connsiteX23" fmla="*/ 2646164 w 5333036"/>
              <a:gd name="connsiteY23" fmla="*/ 58992 h 6647058"/>
              <a:gd name="connsiteX24" fmla="*/ 3783200 w 5333036"/>
              <a:gd name="connsiteY24" fmla="*/ 3332 h 6647058"/>
              <a:gd name="connsiteX25" fmla="*/ 4633990 w 5333036"/>
              <a:gd name="connsiteY25" fmla="*/ 178261 h 6647058"/>
              <a:gd name="connsiteX26" fmla="*/ 5023604 w 5333036"/>
              <a:gd name="connsiteY26" fmla="*/ 893879 h 6647058"/>
              <a:gd name="connsiteX0" fmla="*/ 5023604 w 5334436"/>
              <a:gd name="connsiteY0" fmla="*/ 893879 h 6604723"/>
              <a:gd name="connsiteX1" fmla="*/ 4649892 w 5334436"/>
              <a:gd name="connsiteY1" fmla="*/ 1418665 h 6604723"/>
              <a:gd name="connsiteX2" fmla="*/ 3878616 w 5334436"/>
              <a:gd name="connsiteY2" fmla="*/ 1514080 h 6604723"/>
              <a:gd name="connsiteX3" fmla="*/ 3139145 w 5334436"/>
              <a:gd name="connsiteY3" fmla="*/ 1673106 h 6604723"/>
              <a:gd name="connsiteX4" fmla="*/ 2471235 w 5334436"/>
              <a:gd name="connsiteY4" fmla="*/ 2237649 h 6604723"/>
              <a:gd name="connsiteX5" fmla="*/ 1954400 w 5334436"/>
              <a:gd name="connsiteY5" fmla="*/ 3072536 h 6604723"/>
              <a:gd name="connsiteX6" fmla="*/ 2081621 w 5334436"/>
              <a:gd name="connsiteY6" fmla="*/ 3931277 h 6604723"/>
              <a:gd name="connsiteX7" fmla="*/ 2884703 w 5334436"/>
              <a:gd name="connsiteY7" fmla="*/ 4408355 h 6604723"/>
              <a:gd name="connsiteX8" fmla="*/ 3671882 w 5334436"/>
              <a:gd name="connsiteY8" fmla="*/ 4559430 h 6604723"/>
              <a:gd name="connsiteX9" fmla="*/ 4427256 w 5334436"/>
              <a:gd name="connsiteY9" fmla="*/ 4416306 h 6604723"/>
              <a:gd name="connsiteX10" fmla="*/ 5023604 w 5334436"/>
              <a:gd name="connsiteY10" fmla="*/ 4535576 h 6604723"/>
              <a:gd name="connsiteX11" fmla="*/ 5331567 w 5334436"/>
              <a:gd name="connsiteY11" fmla="*/ 5201605 h 6604723"/>
              <a:gd name="connsiteX12" fmla="*/ 5103117 w 5334436"/>
              <a:gd name="connsiteY12" fmla="*/ 6070178 h 6604723"/>
              <a:gd name="connsiteX13" fmla="*/ 4034991 w 5334436"/>
              <a:gd name="connsiteY13" fmla="*/ 6457313 h 6604723"/>
              <a:gd name="connsiteX14" fmla="*/ 3035778 w 5334436"/>
              <a:gd name="connsiteY14" fmla="*/ 6602915 h 6604723"/>
              <a:gd name="connsiteX15" fmla="*/ 1898741 w 5334436"/>
              <a:gd name="connsiteY15" fmla="*/ 6372327 h 6604723"/>
              <a:gd name="connsiteX16" fmla="*/ 880974 w 5334436"/>
              <a:gd name="connsiteY16" fmla="*/ 5537440 h 6604723"/>
              <a:gd name="connsiteX17" fmla="*/ 205113 w 5334436"/>
              <a:gd name="connsiteY17" fmla="*/ 4495819 h 6604723"/>
              <a:gd name="connsiteX18" fmla="*/ 6331 w 5334436"/>
              <a:gd name="connsiteY18" fmla="*/ 3056633 h 6604723"/>
              <a:gd name="connsiteX19" fmla="*/ 54038 w 5334436"/>
              <a:gd name="connsiteY19" fmla="*/ 1887792 h 6604723"/>
              <a:gd name="connsiteX20" fmla="*/ 101746 w 5334436"/>
              <a:gd name="connsiteY20" fmla="*/ 877976 h 6604723"/>
              <a:gd name="connsiteX21" fmla="*/ 960487 w 5334436"/>
              <a:gd name="connsiteY21" fmla="*/ 162359 h 6604723"/>
              <a:gd name="connsiteX22" fmla="*/ 1882838 w 5334436"/>
              <a:gd name="connsiteY22" fmla="*/ 3332 h 6604723"/>
              <a:gd name="connsiteX23" fmla="*/ 2646164 w 5334436"/>
              <a:gd name="connsiteY23" fmla="*/ 58992 h 6604723"/>
              <a:gd name="connsiteX24" fmla="*/ 3783200 w 5334436"/>
              <a:gd name="connsiteY24" fmla="*/ 3332 h 6604723"/>
              <a:gd name="connsiteX25" fmla="*/ 4633990 w 5334436"/>
              <a:gd name="connsiteY25" fmla="*/ 178261 h 6604723"/>
              <a:gd name="connsiteX26" fmla="*/ 5023604 w 5334436"/>
              <a:gd name="connsiteY26" fmla="*/ 893879 h 6604723"/>
              <a:gd name="connsiteX0" fmla="*/ 5023604 w 5347670"/>
              <a:gd name="connsiteY0" fmla="*/ 893879 h 6605172"/>
              <a:gd name="connsiteX1" fmla="*/ 4649892 w 5347670"/>
              <a:gd name="connsiteY1" fmla="*/ 1418665 h 6605172"/>
              <a:gd name="connsiteX2" fmla="*/ 3878616 w 5347670"/>
              <a:gd name="connsiteY2" fmla="*/ 1514080 h 6605172"/>
              <a:gd name="connsiteX3" fmla="*/ 3139145 w 5347670"/>
              <a:gd name="connsiteY3" fmla="*/ 1673106 h 6605172"/>
              <a:gd name="connsiteX4" fmla="*/ 2471235 w 5347670"/>
              <a:gd name="connsiteY4" fmla="*/ 2237649 h 6605172"/>
              <a:gd name="connsiteX5" fmla="*/ 1954400 w 5347670"/>
              <a:gd name="connsiteY5" fmla="*/ 3072536 h 6605172"/>
              <a:gd name="connsiteX6" fmla="*/ 2081621 w 5347670"/>
              <a:gd name="connsiteY6" fmla="*/ 3931277 h 6605172"/>
              <a:gd name="connsiteX7" fmla="*/ 2884703 w 5347670"/>
              <a:gd name="connsiteY7" fmla="*/ 4408355 h 6605172"/>
              <a:gd name="connsiteX8" fmla="*/ 3671882 w 5347670"/>
              <a:gd name="connsiteY8" fmla="*/ 4559430 h 6605172"/>
              <a:gd name="connsiteX9" fmla="*/ 4427256 w 5347670"/>
              <a:gd name="connsiteY9" fmla="*/ 4416306 h 6605172"/>
              <a:gd name="connsiteX10" fmla="*/ 5023604 w 5347670"/>
              <a:gd name="connsiteY10" fmla="*/ 4535576 h 6605172"/>
              <a:gd name="connsiteX11" fmla="*/ 5331567 w 5347670"/>
              <a:gd name="connsiteY11" fmla="*/ 5201605 h 6605172"/>
              <a:gd name="connsiteX12" fmla="*/ 4542678 w 5347670"/>
              <a:gd name="connsiteY12" fmla="*/ 5962023 h 6605172"/>
              <a:gd name="connsiteX13" fmla="*/ 4034991 w 5347670"/>
              <a:gd name="connsiteY13" fmla="*/ 6457313 h 6605172"/>
              <a:gd name="connsiteX14" fmla="*/ 3035778 w 5347670"/>
              <a:gd name="connsiteY14" fmla="*/ 6602915 h 6605172"/>
              <a:gd name="connsiteX15" fmla="*/ 1898741 w 5347670"/>
              <a:gd name="connsiteY15" fmla="*/ 6372327 h 6605172"/>
              <a:gd name="connsiteX16" fmla="*/ 880974 w 5347670"/>
              <a:gd name="connsiteY16" fmla="*/ 5537440 h 6605172"/>
              <a:gd name="connsiteX17" fmla="*/ 205113 w 5347670"/>
              <a:gd name="connsiteY17" fmla="*/ 4495819 h 6605172"/>
              <a:gd name="connsiteX18" fmla="*/ 6331 w 5347670"/>
              <a:gd name="connsiteY18" fmla="*/ 3056633 h 6605172"/>
              <a:gd name="connsiteX19" fmla="*/ 54038 w 5347670"/>
              <a:gd name="connsiteY19" fmla="*/ 1887792 h 6605172"/>
              <a:gd name="connsiteX20" fmla="*/ 101746 w 5347670"/>
              <a:gd name="connsiteY20" fmla="*/ 877976 h 6605172"/>
              <a:gd name="connsiteX21" fmla="*/ 960487 w 5347670"/>
              <a:gd name="connsiteY21" fmla="*/ 162359 h 6605172"/>
              <a:gd name="connsiteX22" fmla="*/ 1882838 w 5347670"/>
              <a:gd name="connsiteY22" fmla="*/ 3332 h 6605172"/>
              <a:gd name="connsiteX23" fmla="*/ 2646164 w 5347670"/>
              <a:gd name="connsiteY23" fmla="*/ 58992 h 6605172"/>
              <a:gd name="connsiteX24" fmla="*/ 3783200 w 5347670"/>
              <a:gd name="connsiteY24" fmla="*/ 3332 h 6605172"/>
              <a:gd name="connsiteX25" fmla="*/ 4633990 w 5347670"/>
              <a:gd name="connsiteY25" fmla="*/ 178261 h 6605172"/>
              <a:gd name="connsiteX26" fmla="*/ 5023604 w 5347670"/>
              <a:gd name="connsiteY26" fmla="*/ 893879 h 6605172"/>
              <a:gd name="connsiteX0" fmla="*/ 5023604 w 5035184"/>
              <a:gd name="connsiteY0" fmla="*/ 893879 h 6605172"/>
              <a:gd name="connsiteX1" fmla="*/ 4649892 w 5035184"/>
              <a:gd name="connsiteY1" fmla="*/ 1418665 h 6605172"/>
              <a:gd name="connsiteX2" fmla="*/ 3878616 w 5035184"/>
              <a:gd name="connsiteY2" fmla="*/ 1514080 h 6605172"/>
              <a:gd name="connsiteX3" fmla="*/ 3139145 w 5035184"/>
              <a:gd name="connsiteY3" fmla="*/ 1673106 h 6605172"/>
              <a:gd name="connsiteX4" fmla="*/ 2471235 w 5035184"/>
              <a:gd name="connsiteY4" fmla="*/ 2237649 h 6605172"/>
              <a:gd name="connsiteX5" fmla="*/ 1954400 w 5035184"/>
              <a:gd name="connsiteY5" fmla="*/ 3072536 h 6605172"/>
              <a:gd name="connsiteX6" fmla="*/ 2081621 w 5035184"/>
              <a:gd name="connsiteY6" fmla="*/ 3931277 h 6605172"/>
              <a:gd name="connsiteX7" fmla="*/ 2884703 w 5035184"/>
              <a:gd name="connsiteY7" fmla="*/ 4408355 h 6605172"/>
              <a:gd name="connsiteX8" fmla="*/ 3671882 w 5035184"/>
              <a:gd name="connsiteY8" fmla="*/ 4559430 h 6605172"/>
              <a:gd name="connsiteX9" fmla="*/ 4427256 w 5035184"/>
              <a:gd name="connsiteY9" fmla="*/ 4416306 h 6605172"/>
              <a:gd name="connsiteX10" fmla="*/ 5023604 w 5035184"/>
              <a:gd name="connsiteY10" fmla="*/ 4535576 h 6605172"/>
              <a:gd name="connsiteX11" fmla="*/ 4800625 w 5035184"/>
              <a:gd name="connsiteY11" fmla="*/ 5152444 h 6605172"/>
              <a:gd name="connsiteX12" fmla="*/ 4542678 w 5035184"/>
              <a:gd name="connsiteY12" fmla="*/ 5962023 h 6605172"/>
              <a:gd name="connsiteX13" fmla="*/ 4034991 w 5035184"/>
              <a:gd name="connsiteY13" fmla="*/ 6457313 h 6605172"/>
              <a:gd name="connsiteX14" fmla="*/ 3035778 w 5035184"/>
              <a:gd name="connsiteY14" fmla="*/ 6602915 h 6605172"/>
              <a:gd name="connsiteX15" fmla="*/ 1898741 w 5035184"/>
              <a:gd name="connsiteY15" fmla="*/ 6372327 h 6605172"/>
              <a:gd name="connsiteX16" fmla="*/ 880974 w 5035184"/>
              <a:gd name="connsiteY16" fmla="*/ 5537440 h 6605172"/>
              <a:gd name="connsiteX17" fmla="*/ 205113 w 5035184"/>
              <a:gd name="connsiteY17" fmla="*/ 4495819 h 6605172"/>
              <a:gd name="connsiteX18" fmla="*/ 6331 w 5035184"/>
              <a:gd name="connsiteY18" fmla="*/ 3056633 h 6605172"/>
              <a:gd name="connsiteX19" fmla="*/ 54038 w 5035184"/>
              <a:gd name="connsiteY19" fmla="*/ 1887792 h 6605172"/>
              <a:gd name="connsiteX20" fmla="*/ 101746 w 5035184"/>
              <a:gd name="connsiteY20" fmla="*/ 877976 h 6605172"/>
              <a:gd name="connsiteX21" fmla="*/ 960487 w 5035184"/>
              <a:gd name="connsiteY21" fmla="*/ 162359 h 6605172"/>
              <a:gd name="connsiteX22" fmla="*/ 1882838 w 5035184"/>
              <a:gd name="connsiteY22" fmla="*/ 3332 h 6605172"/>
              <a:gd name="connsiteX23" fmla="*/ 2646164 w 5035184"/>
              <a:gd name="connsiteY23" fmla="*/ 58992 h 6605172"/>
              <a:gd name="connsiteX24" fmla="*/ 3783200 w 5035184"/>
              <a:gd name="connsiteY24" fmla="*/ 3332 h 6605172"/>
              <a:gd name="connsiteX25" fmla="*/ 4633990 w 5035184"/>
              <a:gd name="connsiteY25" fmla="*/ 178261 h 6605172"/>
              <a:gd name="connsiteX26" fmla="*/ 5023604 w 5035184"/>
              <a:gd name="connsiteY26" fmla="*/ 893879 h 6605172"/>
              <a:gd name="connsiteX0" fmla="*/ 5023604 w 5035184"/>
              <a:gd name="connsiteY0" fmla="*/ 893879 h 6605172"/>
              <a:gd name="connsiteX1" fmla="*/ 4649892 w 5035184"/>
              <a:gd name="connsiteY1" fmla="*/ 1418665 h 6605172"/>
              <a:gd name="connsiteX2" fmla="*/ 3878616 w 5035184"/>
              <a:gd name="connsiteY2" fmla="*/ 1514080 h 6605172"/>
              <a:gd name="connsiteX3" fmla="*/ 3139145 w 5035184"/>
              <a:gd name="connsiteY3" fmla="*/ 1673106 h 6605172"/>
              <a:gd name="connsiteX4" fmla="*/ 2471235 w 5035184"/>
              <a:gd name="connsiteY4" fmla="*/ 2237649 h 6605172"/>
              <a:gd name="connsiteX5" fmla="*/ 1954400 w 5035184"/>
              <a:gd name="connsiteY5" fmla="*/ 3072536 h 6605172"/>
              <a:gd name="connsiteX6" fmla="*/ 2081621 w 5035184"/>
              <a:gd name="connsiteY6" fmla="*/ 3931277 h 6605172"/>
              <a:gd name="connsiteX7" fmla="*/ 2884703 w 5035184"/>
              <a:gd name="connsiteY7" fmla="*/ 4408355 h 6605172"/>
              <a:gd name="connsiteX8" fmla="*/ 3671882 w 5035184"/>
              <a:gd name="connsiteY8" fmla="*/ 4559430 h 6605172"/>
              <a:gd name="connsiteX9" fmla="*/ 4427256 w 5035184"/>
              <a:gd name="connsiteY9" fmla="*/ 4416306 h 6605172"/>
              <a:gd name="connsiteX10" fmla="*/ 5023604 w 5035184"/>
              <a:gd name="connsiteY10" fmla="*/ 4535576 h 6605172"/>
              <a:gd name="connsiteX11" fmla="*/ 4800625 w 5035184"/>
              <a:gd name="connsiteY11" fmla="*/ 5152444 h 6605172"/>
              <a:gd name="connsiteX12" fmla="*/ 4542678 w 5035184"/>
              <a:gd name="connsiteY12" fmla="*/ 5962023 h 6605172"/>
              <a:gd name="connsiteX13" fmla="*/ 4034991 w 5035184"/>
              <a:gd name="connsiteY13" fmla="*/ 6457313 h 6605172"/>
              <a:gd name="connsiteX14" fmla="*/ 3035778 w 5035184"/>
              <a:gd name="connsiteY14" fmla="*/ 6602915 h 6605172"/>
              <a:gd name="connsiteX15" fmla="*/ 1898741 w 5035184"/>
              <a:gd name="connsiteY15" fmla="*/ 6372327 h 6605172"/>
              <a:gd name="connsiteX16" fmla="*/ 880974 w 5035184"/>
              <a:gd name="connsiteY16" fmla="*/ 5537440 h 6605172"/>
              <a:gd name="connsiteX17" fmla="*/ 205113 w 5035184"/>
              <a:gd name="connsiteY17" fmla="*/ 4495819 h 6605172"/>
              <a:gd name="connsiteX18" fmla="*/ 6331 w 5035184"/>
              <a:gd name="connsiteY18" fmla="*/ 3056633 h 6605172"/>
              <a:gd name="connsiteX19" fmla="*/ 54038 w 5035184"/>
              <a:gd name="connsiteY19" fmla="*/ 1887792 h 6605172"/>
              <a:gd name="connsiteX20" fmla="*/ 101746 w 5035184"/>
              <a:gd name="connsiteY20" fmla="*/ 877976 h 6605172"/>
              <a:gd name="connsiteX21" fmla="*/ 960487 w 5035184"/>
              <a:gd name="connsiteY21" fmla="*/ 162359 h 6605172"/>
              <a:gd name="connsiteX22" fmla="*/ 1882838 w 5035184"/>
              <a:gd name="connsiteY22" fmla="*/ 3332 h 6605172"/>
              <a:gd name="connsiteX23" fmla="*/ 2646164 w 5035184"/>
              <a:gd name="connsiteY23" fmla="*/ 58992 h 6605172"/>
              <a:gd name="connsiteX24" fmla="*/ 3783200 w 5035184"/>
              <a:gd name="connsiteY24" fmla="*/ 3332 h 6605172"/>
              <a:gd name="connsiteX25" fmla="*/ 4633990 w 5035184"/>
              <a:gd name="connsiteY25" fmla="*/ 178261 h 6605172"/>
              <a:gd name="connsiteX26" fmla="*/ 5023604 w 5035184"/>
              <a:gd name="connsiteY26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081621 w 5023632"/>
              <a:gd name="connsiteY6" fmla="*/ 3931277 h 6605172"/>
              <a:gd name="connsiteX7" fmla="*/ 2884703 w 5023632"/>
              <a:gd name="connsiteY7" fmla="*/ 4408355 h 6605172"/>
              <a:gd name="connsiteX8" fmla="*/ 3671882 w 5023632"/>
              <a:gd name="connsiteY8" fmla="*/ 4559430 h 6605172"/>
              <a:gd name="connsiteX9" fmla="*/ 4427256 w 5023632"/>
              <a:gd name="connsiteY9" fmla="*/ 4416306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081621 w 5023632"/>
              <a:gd name="connsiteY6" fmla="*/ 3931277 h 6605172"/>
              <a:gd name="connsiteX7" fmla="*/ 2884703 w 5023632"/>
              <a:gd name="connsiteY7" fmla="*/ 4408355 h 6605172"/>
              <a:gd name="connsiteX8" fmla="*/ 3671882 w 5023632"/>
              <a:gd name="connsiteY8" fmla="*/ 4559430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081621 w 5023632"/>
              <a:gd name="connsiteY6" fmla="*/ 3931277 h 6605172"/>
              <a:gd name="connsiteX7" fmla="*/ 2884703 w 5023632"/>
              <a:gd name="connsiteY7" fmla="*/ 4408355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081621 w 5023632"/>
              <a:gd name="connsiteY6" fmla="*/ 3931277 h 6605172"/>
              <a:gd name="connsiteX7" fmla="*/ 2894536 w 5023632"/>
              <a:gd name="connsiteY7" fmla="*/ 4319864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150447 w 5023632"/>
              <a:gd name="connsiteY6" fmla="*/ 3803457 h 6605172"/>
              <a:gd name="connsiteX7" fmla="*/ 2894536 w 5023632"/>
              <a:gd name="connsiteY7" fmla="*/ 4319864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150447 w 5023632"/>
              <a:gd name="connsiteY6" fmla="*/ 3803457 h 6605172"/>
              <a:gd name="connsiteX7" fmla="*/ 2894536 w 5023632"/>
              <a:gd name="connsiteY7" fmla="*/ 4319864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150447 w 5023632"/>
              <a:gd name="connsiteY6" fmla="*/ 3803457 h 6605172"/>
              <a:gd name="connsiteX7" fmla="*/ 2894536 w 5023632"/>
              <a:gd name="connsiteY7" fmla="*/ 4319864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893879 h 6605172"/>
              <a:gd name="connsiteX1" fmla="*/ 4649892 w 5023632"/>
              <a:gd name="connsiteY1" fmla="*/ 1418665 h 6605172"/>
              <a:gd name="connsiteX2" fmla="*/ 3878616 w 5023632"/>
              <a:gd name="connsiteY2" fmla="*/ 1514080 h 6605172"/>
              <a:gd name="connsiteX3" fmla="*/ 3139145 w 5023632"/>
              <a:gd name="connsiteY3" fmla="*/ 1673106 h 6605172"/>
              <a:gd name="connsiteX4" fmla="*/ 2471235 w 5023632"/>
              <a:gd name="connsiteY4" fmla="*/ 2237649 h 6605172"/>
              <a:gd name="connsiteX5" fmla="*/ 1954400 w 5023632"/>
              <a:gd name="connsiteY5" fmla="*/ 3072536 h 6605172"/>
              <a:gd name="connsiteX6" fmla="*/ 2150447 w 5023632"/>
              <a:gd name="connsiteY6" fmla="*/ 3803457 h 6605172"/>
              <a:gd name="connsiteX7" fmla="*/ 2884704 w 5023632"/>
              <a:gd name="connsiteY7" fmla="*/ 4260871 h 6605172"/>
              <a:gd name="connsiteX8" fmla="*/ 3681714 w 5023632"/>
              <a:gd name="connsiteY8" fmla="*/ 4303791 h 6605172"/>
              <a:gd name="connsiteX9" fmla="*/ 4437089 w 5023632"/>
              <a:gd name="connsiteY9" fmla="*/ 4583454 h 6605172"/>
              <a:gd name="connsiteX10" fmla="*/ 4800625 w 5023632"/>
              <a:gd name="connsiteY10" fmla="*/ 5152444 h 6605172"/>
              <a:gd name="connsiteX11" fmla="*/ 4542678 w 5023632"/>
              <a:gd name="connsiteY11" fmla="*/ 5962023 h 6605172"/>
              <a:gd name="connsiteX12" fmla="*/ 4034991 w 5023632"/>
              <a:gd name="connsiteY12" fmla="*/ 6457313 h 6605172"/>
              <a:gd name="connsiteX13" fmla="*/ 3035778 w 5023632"/>
              <a:gd name="connsiteY13" fmla="*/ 6602915 h 6605172"/>
              <a:gd name="connsiteX14" fmla="*/ 1898741 w 5023632"/>
              <a:gd name="connsiteY14" fmla="*/ 6372327 h 6605172"/>
              <a:gd name="connsiteX15" fmla="*/ 880974 w 5023632"/>
              <a:gd name="connsiteY15" fmla="*/ 5537440 h 6605172"/>
              <a:gd name="connsiteX16" fmla="*/ 205113 w 5023632"/>
              <a:gd name="connsiteY16" fmla="*/ 4495819 h 6605172"/>
              <a:gd name="connsiteX17" fmla="*/ 6331 w 5023632"/>
              <a:gd name="connsiteY17" fmla="*/ 3056633 h 6605172"/>
              <a:gd name="connsiteX18" fmla="*/ 54038 w 5023632"/>
              <a:gd name="connsiteY18" fmla="*/ 1887792 h 6605172"/>
              <a:gd name="connsiteX19" fmla="*/ 101746 w 5023632"/>
              <a:gd name="connsiteY19" fmla="*/ 877976 h 6605172"/>
              <a:gd name="connsiteX20" fmla="*/ 960487 w 5023632"/>
              <a:gd name="connsiteY20" fmla="*/ 162359 h 6605172"/>
              <a:gd name="connsiteX21" fmla="*/ 1882838 w 5023632"/>
              <a:gd name="connsiteY21" fmla="*/ 3332 h 6605172"/>
              <a:gd name="connsiteX22" fmla="*/ 2646164 w 5023632"/>
              <a:gd name="connsiteY22" fmla="*/ 58992 h 6605172"/>
              <a:gd name="connsiteX23" fmla="*/ 3783200 w 5023632"/>
              <a:gd name="connsiteY23" fmla="*/ 3332 h 6605172"/>
              <a:gd name="connsiteX24" fmla="*/ 4633990 w 5023632"/>
              <a:gd name="connsiteY24" fmla="*/ 178261 h 6605172"/>
              <a:gd name="connsiteX25" fmla="*/ 5023604 w 5023632"/>
              <a:gd name="connsiteY25" fmla="*/ 893879 h 6605172"/>
              <a:gd name="connsiteX0" fmla="*/ 5023604 w 5023632"/>
              <a:gd name="connsiteY0" fmla="*/ 907909 h 6619202"/>
              <a:gd name="connsiteX1" fmla="*/ 4649892 w 5023632"/>
              <a:gd name="connsiteY1" fmla="*/ 1432695 h 6619202"/>
              <a:gd name="connsiteX2" fmla="*/ 3878616 w 5023632"/>
              <a:gd name="connsiteY2" fmla="*/ 1528110 h 6619202"/>
              <a:gd name="connsiteX3" fmla="*/ 3139145 w 5023632"/>
              <a:gd name="connsiteY3" fmla="*/ 1687136 h 6619202"/>
              <a:gd name="connsiteX4" fmla="*/ 2471235 w 5023632"/>
              <a:gd name="connsiteY4" fmla="*/ 2251679 h 6619202"/>
              <a:gd name="connsiteX5" fmla="*/ 1954400 w 5023632"/>
              <a:gd name="connsiteY5" fmla="*/ 3086566 h 6619202"/>
              <a:gd name="connsiteX6" fmla="*/ 2150447 w 5023632"/>
              <a:gd name="connsiteY6" fmla="*/ 3817487 h 6619202"/>
              <a:gd name="connsiteX7" fmla="*/ 2884704 w 5023632"/>
              <a:gd name="connsiteY7" fmla="*/ 4274901 h 6619202"/>
              <a:gd name="connsiteX8" fmla="*/ 3681714 w 5023632"/>
              <a:gd name="connsiteY8" fmla="*/ 4317821 h 6619202"/>
              <a:gd name="connsiteX9" fmla="*/ 4437089 w 5023632"/>
              <a:gd name="connsiteY9" fmla="*/ 4597484 h 6619202"/>
              <a:gd name="connsiteX10" fmla="*/ 4800625 w 5023632"/>
              <a:gd name="connsiteY10" fmla="*/ 5166474 h 6619202"/>
              <a:gd name="connsiteX11" fmla="*/ 4542678 w 5023632"/>
              <a:gd name="connsiteY11" fmla="*/ 5976053 h 6619202"/>
              <a:gd name="connsiteX12" fmla="*/ 4034991 w 5023632"/>
              <a:gd name="connsiteY12" fmla="*/ 6471343 h 6619202"/>
              <a:gd name="connsiteX13" fmla="*/ 3035778 w 5023632"/>
              <a:gd name="connsiteY13" fmla="*/ 6616945 h 6619202"/>
              <a:gd name="connsiteX14" fmla="*/ 1898741 w 5023632"/>
              <a:gd name="connsiteY14" fmla="*/ 6386357 h 6619202"/>
              <a:gd name="connsiteX15" fmla="*/ 880974 w 5023632"/>
              <a:gd name="connsiteY15" fmla="*/ 5551470 h 6619202"/>
              <a:gd name="connsiteX16" fmla="*/ 205113 w 5023632"/>
              <a:gd name="connsiteY16" fmla="*/ 4509849 h 6619202"/>
              <a:gd name="connsiteX17" fmla="*/ 6331 w 5023632"/>
              <a:gd name="connsiteY17" fmla="*/ 3070663 h 6619202"/>
              <a:gd name="connsiteX18" fmla="*/ 54038 w 5023632"/>
              <a:gd name="connsiteY18" fmla="*/ 1901822 h 6619202"/>
              <a:gd name="connsiteX19" fmla="*/ 101746 w 5023632"/>
              <a:gd name="connsiteY19" fmla="*/ 892006 h 6619202"/>
              <a:gd name="connsiteX20" fmla="*/ 960487 w 5023632"/>
              <a:gd name="connsiteY20" fmla="*/ 176389 h 6619202"/>
              <a:gd name="connsiteX21" fmla="*/ 1882838 w 5023632"/>
              <a:gd name="connsiteY21" fmla="*/ 17362 h 6619202"/>
              <a:gd name="connsiteX22" fmla="*/ 2655996 w 5023632"/>
              <a:gd name="connsiteY22" fmla="*/ 4196 h 6619202"/>
              <a:gd name="connsiteX23" fmla="*/ 3783200 w 5023632"/>
              <a:gd name="connsiteY23" fmla="*/ 17362 h 6619202"/>
              <a:gd name="connsiteX24" fmla="*/ 4633990 w 5023632"/>
              <a:gd name="connsiteY24" fmla="*/ 192291 h 6619202"/>
              <a:gd name="connsiteX25" fmla="*/ 5023604 w 5023632"/>
              <a:gd name="connsiteY25" fmla="*/ 907909 h 6619202"/>
              <a:gd name="connsiteX0" fmla="*/ 5026364 w 5026392"/>
              <a:gd name="connsiteY0" fmla="*/ 907909 h 6619202"/>
              <a:gd name="connsiteX1" fmla="*/ 4652652 w 5026392"/>
              <a:gd name="connsiteY1" fmla="*/ 1432695 h 6619202"/>
              <a:gd name="connsiteX2" fmla="*/ 3881376 w 5026392"/>
              <a:gd name="connsiteY2" fmla="*/ 1528110 h 6619202"/>
              <a:gd name="connsiteX3" fmla="*/ 3141905 w 5026392"/>
              <a:gd name="connsiteY3" fmla="*/ 1687136 h 6619202"/>
              <a:gd name="connsiteX4" fmla="*/ 2473995 w 5026392"/>
              <a:gd name="connsiteY4" fmla="*/ 2251679 h 6619202"/>
              <a:gd name="connsiteX5" fmla="*/ 1957160 w 5026392"/>
              <a:gd name="connsiteY5" fmla="*/ 3086566 h 6619202"/>
              <a:gd name="connsiteX6" fmla="*/ 2153207 w 5026392"/>
              <a:gd name="connsiteY6" fmla="*/ 3817487 h 6619202"/>
              <a:gd name="connsiteX7" fmla="*/ 2887464 w 5026392"/>
              <a:gd name="connsiteY7" fmla="*/ 4274901 h 6619202"/>
              <a:gd name="connsiteX8" fmla="*/ 3684474 w 5026392"/>
              <a:gd name="connsiteY8" fmla="*/ 4317821 h 6619202"/>
              <a:gd name="connsiteX9" fmla="*/ 4439849 w 5026392"/>
              <a:gd name="connsiteY9" fmla="*/ 4597484 h 6619202"/>
              <a:gd name="connsiteX10" fmla="*/ 4803385 w 5026392"/>
              <a:gd name="connsiteY10" fmla="*/ 5166474 h 6619202"/>
              <a:gd name="connsiteX11" fmla="*/ 4545438 w 5026392"/>
              <a:gd name="connsiteY11" fmla="*/ 5976053 h 6619202"/>
              <a:gd name="connsiteX12" fmla="*/ 4037751 w 5026392"/>
              <a:gd name="connsiteY12" fmla="*/ 6471343 h 6619202"/>
              <a:gd name="connsiteX13" fmla="*/ 3038538 w 5026392"/>
              <a:gd name="connsiteY13" fmla="*/ 6616945 h 6619202"/>
              <a:gd name="connsiteX14" fmla="*/ 1901501 w 5026392"/>
              <a:gd name="connsiteY14" fmla="*/ 6386357 h 6619202"/>
              <a:gd name="connsiteX15" fmla="*/ 883734 w 5026392"/>
              <a:gd name="connsiteY15" fmla="*/ 5551470 h 6619202"/>
              <a:gd name="connsiteX16" fmla="*/ 207873 w 5026392"/>
              <a:gd name="connsiteY16" fmla="*/ 4509849 h 6619202"/>
              <a:gd name="connsiteX17" fmla="*/ 9091 w 5026392"/>
              <a:gd name="connsiteY17" fmla="*/ 3070663 h 6619202"/>
              <a:gd name="connsiteX18" fmla="*/ 56798 w 5026392"/>
              <a:gd name="connsiteY18" fmla="*/ 1901822 h 6619202"/>
              <a:gd name="connsiteX19" fmla="*/ 261822 w 5026392"/>
              <a:gd name="connsiteY19" fmla="*/ 793683 h 6619202"/>
              <a:gd name="connsiteX20" fmla="*/ 963247 w 5026392"/>
              <a:gd name="connsiteY20" fmla="*/ 176389 h 6619202"/>
              <a:gd name="connsiteX21" fmla="*/ 1885598 w 5026392"/>
              <a:gd name="connsiteY21" fmla="*/ 17362 h 6619202"/>
              <a:gd name="connsiteX22" fmla="*/ 2658756 w 5026392"/>
              <a:gd name="connsiteY22" fmla="*/ 4196 h 6619202"/>
              <a:gd name="connsiteX23" fmla="*/ 3785960 w 5026392"/>
              <a:gd name="connsiteY23" fmla="*/ 17362 h 6619202"/>
              <a:gd name="connsiteX24" fmla="*/ 4636750 w 5026392"/>
              <a:gd name="connsiteY24" fmla="*/ 192291 h 6619202"/>
              <a:gd name="connsiteX25" fmla="*/ 5026364 w 5026392"/>
              <a:gd name="connsiteY25" fmla="*/ 907909 h 6619202"/>
              <a:gd name="connsiteX0" fmla="*/ 5026364 w 5026392"/>
              <a:gd name="connsiteY0" fmla="*/ 947771 h 6659064"/>
              <a:gd name="connsiteX1" fmla="*/ 4652652 w 5026392"/>
              <a:gd name="connsiteY1" fmla="*/ 1472557 h 6659064"/>
              <a:gd name="connsiteX2" fmla="*/ 3881376 w 5026392"/>
              <a:gd name="connsiteY2" fmla="*/ 1567972 h 6659064"/>
              <a:gd name="connsiteX3" fmla="*/ 3141905 w 5026392"/>
              <a:gd name="connsiteY3" fmla="*/ 1726998 h 6659064"/>
              <a:gd name="connsiteX4" fmla="*/ 2473995 w 5026392"/>
              <a:gd name="connsiteY4" fmla="*/ 2291541 h 6659064"/>
              <a:gd name="connsiteX5" fmla="*/ 1957160 w 5026392"/>
              <a:gd name="connsiteY5" fmla="*/ 3126428 h 6659064"/>
              <a:gd name="connsiteX6" fmla="*/ 2153207 w 5026392"/>
              <a:gd name="connsiteY6" fmla="*/ 3857349 h 6659064"/>
              <a:gd name="connsiteX7" fmla="*/ 2887464 w 5026392"/>
              <a:gd name="connsiteY7" fmla="*/ 4314763 h 6659064"/>
              <a:gd name="connsiteX8" fmla="*/ 3684474 w 5026392"/>
              <a:gd name="connsiteY8" fmla="*/ 4357683 h 6659064"/>
              <a:gd name="connsiteX9" fmla="*/ 4439849 w 5026392"/>
              <a:gd name="connsiteY9" fmla="*/ 4637346 h 6659064"/>
              <a:gd name="connsiteX10" fmla="*/ 4803385 w 5026392"/>
              <a:gd name="connsiteY10" fmla="*/ 5206336 h 6659064"/>
              <a:gd name="connsiteX11" fmla="*/ 4545438 w 5026392"/>
              <a:gd name="connsiteY11" fmla="*/ 6015915 h 6659064"/>
              <a:gd name="connsiteX12" fmla="*/ 4037751 w 5026392"/>
              <a:gd name="connsiteY12" fmla="*/ 6511205 h 6659064"/>
              <a:gd name="connsiteX13" fmla="*/ 3038538 w 5026392"/>
              <a:gd name="connsiteY13" fmla="*/ 6656807 h 6659064"/>
              <a:gd name="connsiteX14" fmla="*/ 1901501 w 5026392"/>
              <a:gd name="connsiteY14" fmla="*/ 6426219 h 6659064"/>
              <a:gd name="connsiteX15" fmla="*/ 883734 w 5026392"/>
              <a:gd name="connsiteY15" fmla="*/ 5591332 h 6659064"/>
              <a:gd name="connsiteX16" fmla="*/ 207873 w 5026392"/>
              <a:gd name="connsiteY16" fmla="*/ 4549711 h 6659064"/>
              <a:gd name="connsiteX17" fmla="*/ 9091 w 5026392"/>
              <a:gd name="connsiteY17" fmla="*/ 3110525 h 6659064"/>
              <a:gd name="connsiteX18" fmla="*/ 56798 w 5026392"/>
              <a:gd name="connsiteY18" fmla="*/ 1941684 h 6659064"/>
              <a:gd name="connsiteX19" fmla="*/ 261822 w 5026392"/>
              <a:gd name="connsiteY19" fmla="*/ 833545 h 6659064"/>
              <a:gd name="connsiteX20" fmla="*/ 963247 w 5026392"/>
              <a:gd name="connsiteY20" fmla="*/ 216251 h 6659064"/>
              <a:gd name="connsiteX21" fmla="*/ 1885598 w 5026392"/>
              <a:gd name="connsiteY21" fmla="*/ 8063 h 6659064"/>
              <a:gd name="connsiteX22" fmla="*/ 2658756 w 5026392"/>
              <a:gd name="connsiteY22" fmla="*/ 44058 h 6659064"/>
              <a:gd name="connsiteX23" fmla="*/ 3785960 w 5026392"/>
              <a:gd name="connsiteY23" fmla="*/ 57224 h 6659064"/>
              <a:gd name="connsiteX24" fmla="*/ 4636750 w 5026392"/>
              <a:gd name="connsiteY24" fmla="*/ 232153 h 6659064"/>
              <a:gd name="connsiteX25" fmla="*/ 5026364 w 5026392"/>
              <a:gd name="connsiteY25" fmla="*/ 947771 h 6659064"/>
              <a:gd name="connsiteX0" fmla="*/ 5026364 w 5026392"/>
              <a:gd name="connsiteY0" fmla="*/ 963209 h 6674502"/>
              <a:gd name="connsiteX1" fmla="*/ 4652652 w 5026392"/>
              <a:gd name="connsiteY1" fmla="*/ 1487995 h 6674502"/>
              <a:gd name="connsiteX2" fmla="*/ 3881376 w 5026392"/>
              <a:gd name="connsiteY2" fmla="*/ 1583410 h 6674502"/>
              <a:gd name="connsiteX3" fmla="*/ 3141905 w 5026392"/>
              <a:gd name="connsiteY3" fmla="*/ 1742436 h 6674502"/>
              <a:gd name="connsiteX4" fmla="*/ 2473995 w 5026392"/>
              <a:gd name="connsiteY4" fmla="*/ 2306979 h 6674502"/>
              <a:gd name="connsiteX5" fmla="*/ 1957160 w 5026392"/>
              <a:gd name="connsiteY5" fmla="*/ 3141866 h 6674502"/>
              <a:gd name="connsiteX6" fmla="*/ 2153207 w 5026392"/>
              <a:gd name="connsiteY6" fmla="*/ 3872787 h 6674502"/>
              <a:gd name="connsiteX7" fmla="*/ 2887464 w 5026392"/>
              <a:gd name="connsiteY7" fmla="*/ 4330201 h 6674502"/>
              <a:gd name="connsiteX8" fmla="*/ 3684474 w 5026392"/>
              <a:gd name="connsiteY8" fmla="*/ 4373121 h 6674502"/>
              <a:gd name="connsiteX9" fmla="*/ 4439849 w 5026392"/>
              <a:gd name="connsiteY9" fmla="*/ 4652784 h 6674502"/>
              <a:gd name="connsiteX10" fmla="*/ 4803385 w 5026392"/>
              <a:gd name="connsiteY10" fmla="*/ 5221774 h 6674502"/>
              <a:gd name="connsiteX11" fmla="*/ 4545438 w 5026392"/>
              <a:gd name="connsiteY11" fmla="*/ 6031353 h 6674502"/>
              <a:gd name="connsiteX12" fmla="*/ 4037751 w 5026392"/>
              <a:gd name="connsiteY12" fmla="*/ 6526643 h 6674502"/>
              <a:gd name="connsiteX13" fmla="*/ 3038538 w 5026392"/>
              <a:gd name="connsiteY13" fmla="*/ 6672245 h 6674502"/>
              <a:gd name="connsiteX14" fmla="*/ 1901501 w 5026392"/>
              <a:gd name="connsiteY14" fmla="*/ 6441657 h 6674502"/>
              <a:gd name="connsiteX15" fmla="*/ 883734 w 5026392"/>
              <a:gd name="connsiteY15" fmla="*/ 5606770 h 6674502"/>
              <a:gd name="connsiteX16" fmla="*/ 207873 w 5026392"/>
              <a:gd name="connsiteY16" fmla="*/ 4565149 h 6674502"/>
              <a:gd name="connsiteX17" fmla="*/ 9091 w 5026392"/>
              <a:gd name="connsiteY17" fmla="*/ 3125963 h 6674502"/>
              <a:gd name="connsiteX18" fmla="*/ 56798 w 5026392"/>
              <a:gd name="connsiteY18" fmla="*/ 1957122 h 6674502"/>
              <a:gd name="connsiteX19" fmla="*/ 261822 w 5026392"/>
              <a:gd name="connsiteY19" fmla="*/ 848983 h 6674502"/>
              <a:gd name="connsiteX20" fmla="*/ 963247 w 5026392"/>
              <a:gd name="connsiteY20" fmla="*/ 231689 h 6674502"/>
              <a:gd name="connsiteX21" fmla="*/ 1885598 w 5026392"/>
              <a:gd name="connsiteY21" fmla="*/ 23501 h 6674502"/>
              <a:gd name="connsiteX22" fmla="*/ 2668588 w 5026392"/>
              <a:gd name="connsiteY22" fmla="*/ 10335 h 6674502"/>
              <a:gd name="connsiteX23" fmla="*/ 3785960 w 5026392"/>
              <a:gd name="connsiteY23" fmla="*/ 72662 h 6674502"/>
              <a:gd name="connsiteX24" fmla="*/ 4636750 w 5026392"/>
              <a:gd name="connsiteY24" fmla="*/ 247591 h 6674502"/>
              <a:gd name="connsiteX25" fmla="*/ 5026364 w 5026392"/>
              <a:gd name="connsiteY25" fmla="*/ 963209 h 6674502"/>
              <a:gd name="connsiteX0" fmla="*/ 5026364 w 5026392"/>
              <a:gd name="connsiteY0" fmla="*/ 959863 h 6671156"/>
              <a:gd name="connsiteX1" fmla="*/ 4652652 w 5026392"/>
              <a:gd name="connsiteY1" fmla="*/ 1484649 h 6671156"/>
              <a:gd name="connsiteX2" fmla="*/ 3881376 w 5026392"/>
              <a:gd name="connsiteY2" fmla="*/ 1580064 h 6671156"/>
              <a:gd name="connsiteX3" fmla="*/ 3141905 w 5026392"/>
              <a:gd name="connsiteY3" fmla="*/ 1739090 h 6671156"/>
              <a:gd name="connsiteX4" fmla="*/ 2473995 w 5026392"/>
              <a:gd name="connsiteY4" fmla="*/ 2303633 h 6671156"/>
              <a:gd name="connsiteX5" fmla="*/ 1957160 w 5026392"/>
              <a:gd name="connsiteY5" fmla="*/ 3138520 h 6671156"/>
              <a:gd name="connsiteX6" fmla="*/ 2153207 w 5026392"/>
              <a:gd name="connsiteY6" fmla="*/ 3869441 h 6671156"/>
              <a:gd name="connsiteX7" fmla="*/ 2887464 w 5026392"/>
              <a:gd name="connsiteY7" fmla="*/ 4326855 h 6671156"/>
              <a:gd name="connsiteX8" fmla="*/ 3684474 w 5026392"/>
              <a:gd name="connsiteY8" fmla="*/ 4369775 h 6671156"/>
              <a:gd name="connsiteX9" fmla="*/ 4439849 w 5026392"/>
              <a:gd name="connsiteY9" fmla="*/ 4649438 h 6671156"/>
              <a:gd name="connsiteX10" fmla="*/ 4803385 w 5026392"/>
              <a:gd name="connsiteY10" fmla="*/ 5218428 h 6671156"/>
              <a:gd name="connsiteX11" fmla="*/ 4545438 w 5026392"/>
              <a:gd name="connsiteY11" fmla="*/ 6028007 h 6671156"/>
              <a:gd name="connsiteX12" fmla="*/ 4037751 w 5026392"/>
              <a:gd name="connsiteY12" fmla="*/ 6523297 h 6671156"/>
              <a:gd name="connsiteX13" fmla="*/ 3038538 w 5026392"/>
              <a:gd name="connsiteY13" fmla="*/ 6668899 h 6671156"/>
              <a:gd name="connsiteX14" fmla="*/ 1901501 w 5026392"/>
              <a:gd name="connsiteY14" fmla="*/ 6438311 h 6671156"/>
              <a:gd name="connsiteX15" fmla="*/ 883734 w 5026392"/>
              <a:gd name="connsiteY15" fmla="*/ 5603424 h 6671156"/>
              <a:gd name="connsiteX16" fmla="*/ 207873 w 5026392"/>
              <a:gd name="connsiteY16" fmla="*/ 4561803 h 6671156"/>
              <a:gd name="connsiteX17" fmla="*/ 9091 w 5026392"/>
              <a:gd name="connsiteY17" fmla="*/ 3122617 h 6671156"/>
              <a:gd name="connsiteX18" fmla="*/ 56798 w 5026392"/>
              <a:gd name="connsiteY18" fmla="*/ 1953776 h 6671156"/>
              <a:gd name="connsiteX19" fmla="*/ 261822 w 5026392"/>
              <a:gd name="connsiteY19" fmla="*/ 845637 h 6671156"/>
              <a:gd name="connsiteX20" fmla="*/ 963247 w 5026392"/>
              <a:gd name="connsiteY20" fmla="*/ 228343 h 6671156"/>
              <a:gd name="connsiteX21" fmla="*/ 1885598 w 5026392"/>
              <a:gd name="connsiteY21" fmla="*/ 20155 h 6671156"/>
              <a:gd name="connsiteX22" fmla="*/ 2668588 w 5026392"/>
              <a:gd name="connsiteY22" fmla="*/ 6989 h 6671156"/>
              <a:gd name="connsiteX23" fmla="*/ 3815457 w 5026392"/>
              <a:gd name="connsiteY23" fmla="*/ 10322 h 6671156"/>
              <a:gd name="connsiteX24" fmla="*/ 4636750 w 5026392"/>
              <a:gd name="connsiteY24" fmla="*/ 244245 h 6671156"/>
              <a:gd name="connsiteX25" fmla="*/ 5026364 w 5026392"/>
              <a:gd name="connsiteY25" fmla="*/ 959863 h 6671156"/>
              <a:gd name="connsiteX0" fmla="*/ 5026364 w 7725976"/>
              <a:gd name="connsiteY0" fmla="*/ 959863 h 6670674"/>
              <a:gd name="connsiteX1" fmla="*/ 4652652 w 7725976"/>
              <a:gd name="connsiteY1" fmla="*/ 1484649 h 6670674"/>
              <a:gd name="connsiteX2" fmla="*/ 3881376 w 7725976"/>
              <a:gd name="connsiteY2" fmla="*/ 1580064 h 6670674"/>
              <a:gd name="connsiteX3" fmla="*/ 3141905 w 7725976"/>
              <a:gd name="connsiteY3" fmla="*/ 1739090 h 6670674"/>
              <a:gd name="connsiteX4" fmla="*/ 2473995 w 7725976"/>
              <a:gd name="connsiteY4" fmla="*/ 2303633 h 6670674"/>
              <a:gd name="connsiteX5" fmla="*/ 1957160 w 7725976"/>
              <a:gd name="connsiteY5" fmla="*/ 3138520 h 6670674"/>
              <a:gd name="connsiteX6" fmla="*/ 2153207 w 7725976"/>
              <a:gd name="connsiteY6" fmla="*/ 3869441 h 6670674"/>
              <a:gd name="connsiteX7" fmla="*/ 2887464 w 7725976"/>
              <a:gd name="connsiteY7" fmla="*/ 4326855 h 6670674"/>
              <a:gd name="connsiteX8" fmla="*/ 3684474 w 7725976"/>
              <a:gd name="connsiteY8" fmla="*/ 4369775 h 6670674"/>
              <a:gd name="connsiteX9" fmla="*/ 4439849 w 7725976"/>
              <a:gd name="connsiteY9" fmla="*/ 4649438 h 6670674"/>
              <a:gd name="connsiteX10" fmla="*/ 4803385 w 7725976"/>
              <a:gd name="connsiteY10" fmla="*/ 5218428 h 6670674"/>
              <a:gd name="connsiteX11" fmla="*/ 7721258 w 7725976"/>
              <a:gd name="connsiteY11" fmla="*/ 6145994 h 6670674"/>
              <a:gd name="connsiteX12" fmla="*/ 4037751 w 7725976"/>
              <a:gd name="connsiteY12" fmla="*/ 6523297 h 6670674"/>
              <a:gd name="connsiteX13" fmla="*/ 3038538 w 7725976"/>
              <a:gd name="connsiteY13" fmla="*/ 6668899 h 6670674"/>
              <a:gd name="connsiteX14" fmla="*/ 1901501 w 7725976"/>
              <a:gd name="connsiteY14" fmla="*/ 6438311 h 6670674"/>
              <a:gd name="connsiteX15" fmla="*/ 883734 w 7725976"/>
              <a:gd name="connsiteY15" fmla="*/ 5603424 h 6670674"/>
              <a:gd name="connsiteX16" fmla="*/ 207873 w 7725976"/>
              <a:gd name="connsiteY16" fmla="*/ 4561803 h 6670674"/>
              <a:gd name="connsiteX17" fmla="*/ 9091 w 7725976"/>
              <a:gd name="connsiteY17" fmla="*/ 3122617 h 6670674"/>
              <a:gd name="connsiteX18" fmla="*/ 56798 w 7725976"/>
              <a:gd name="connsiteY18" fmla="*/ 1953776 h 6670674"/>
              <a:gd name="connsiteX19" fmla="*/ 261822 w 7725976"/>
              <a:gd name="connsiteY19" fmla="*/ 845637 h 6670674"/>
              <a:gd name="connsiteX20" fmla="*/ 963247 w 7725976"/>
              <a:gd name="connsiteY20" fmla="*/ 228343 h 6670674"/>
              <a:gd name="connsiteX21" fmla="*/ 1885598 w 7725976"/>
              <a:gd name="connsiteY21" fmla="*/ 20155 h 6670674"/>
              <a:gd name="connsiteX22" fmla="*/ 2668588 w 7725976"/>
              <a:gd name="connsiteY22" fmla="*/ 6989 h 6670674"/>
              <a:gd name="connsiteX23" fmla="*/ 3815457 w 7725976"/>
              <a:gd name="connsiteY23" fmla="*/ 10322 h 6670674"/>
              <a:gd name="connsiteX24" fmla="*/ 4636750 w 7725976"/>
              <a:gd name="connsiteY24" fmla="*/ 244245 h 6670674"/>
              <a:gd name="connsiteX25" fmla="*/ 5026364 w 7725976"/>
              <a:gd name="connsiteY25" fmla="*/ 959863 h 6670674"/>
              <a:gd name="connsiteX0" fmla="*/ 5026364 w 7740196"/>
              <a:gd name="connsiteY0" fmla="*/ 959863 h 6670674"/>
              <a:gd name="connsiteX1" fmla="*/ 4652652 w 7740196"/>
              <a:gd name="connsiteY1" fmla="*/ 1484649 h 6670674"/>
              <a:gd name="connsiteX2" fmla="*/ 3881376 w 7740196"/>
              <a:gd name="connsiteY2" fmla="*/ 1580064 h 6670674"/>
              <a:gd name="connsiteX3" fmla="*/ 3141905 w 7740196"/>
              <a:gd name="connsiteY3" fmla="*/ 1739090 h 6670674"/>
              <a:gd name="connsiteX4" fmla="*/ 2473995 w 7740196"/>
              <a:gd name="connsiteY4" fmla="*/ 2303633 h 6670674"/>
              <a:gd name="connsiteX5" fmla="*/ 1957160 w 7740196"/>
              <a:gd name="connsiteY5" fmla="*/ 3138520 h 6670674"/>
              <a:gd name="connsiteX6" fmla="*/ 2153207 w 7740196"/>
              <a:gd name="connsiteY6" fmla="*/ 3869441 h 6670674"/>
              <a:gd name="connsiteX7" fmla="*/ 2887464 w 7740196"/>
              <a:gd name="connsiteY7" fmla="*/ 4326855 h 6670674"/>
              <a:gd name="connsiteX8" fmla="*/ 3684474 w 7740196"/>
              <a:gd name="connsiteY8" fmla="*/ 4369775 h 6670674"/>
              <a:gd name="connsiteX9" fmla="*/ 4439849 w 7740196"/>
              <a:gd name="connsiteY9" fmla="*/ 4649438 h 6670674"/>
              <a:gd name="connsiteX10" fmla="*/ 5432649 w 7740196"/>
              <a:gd name="connsiteY10" fmla="*/ 5483899 h 6670674"/>
              <a:gd name="connsiteX11" fmla="*/ 7721258 w 7740196"/>
              <a:gd name="connsiteY11" fmla="*/ 6145994 h 6670674"/>
              <a:gd name="connsiteX12" fmla="*/ 4037751 w 7740196"/>
              <a:gd name="connsiteY12" fmla="*/ 6523297 h 6670674"/>
              <a:gd name="connsiteX13" fmla="*/ 3038538 w 7740196"/>
              <a:gd name="connsiteY13" fmla="*/ 6668899 h 6670674"/>
              <a:gd name="connsiteX14" fmla="*/ 1901501 w 7740196"/>
              <a:gd name="connsiteY14" fmla="*/ 6438311 h 6670674"/>
              <a:gd name="connsiteX15" fmla="*/ 883734 w 7740196"/>
              <a:gd name="connsiteY15" fmla="*/ 5603424 h 6670674"/>
              <a:gd name="connsiteX16" fmla="*/ 207873 w 7740196"/>
              <a:gd name="connsiteY16" fmla="*/ 4561803 h 6670674"/>
              <a:gd name="connsiteX17" fmla="*/ 9091 w 7740196"/>
              <a:gd name="connsiteY17" fmla="*/ 3122617 h 6670674"/>
              <a:gd name="connsiteX18" fmla="*/ 56798 w 7740196"/>
              <a:gd name="connsiteY18" fmla="*/ 1953776 h 6670674"/>
              <a:gd name="connsiteX19" fmla="*/ 261822 w 7740196"/>
              <a:gd name="connsiteY19" fmla="*/ 845637 h 6670674"/>
              <a:gd name="connsiteX20" fmla="*/ 963247 w 7740196"/>
              <a:gd name="connsiteY20" fmla="*/ 228343 h 6670674"/>
              <a:gd name="connsiteX21" fmla="*/ 1885598 w 7740196"/>
              <a:gd name="connsiteY21" fmla="*/ 20155 h 6670674"/>
              <a:gd name="connsiteX22" fmla="*/ 2668588 w 7740196"/>
              <a:gd name="connsiteY22" fmla="*/ 6989 h 6670674"/>
              <a:gd name="connsiteX23" fmla="*/ 3815457 w 7740196"/>
              <a:gd name="connsiteY23" fmla="*/ 10322 h 6670674"/>
              <a:gd name="connsiteX24" fmla="*/ 4636750 w 7740196"/>
              <a:gd name="connsiteY24" fmla="*/ 244245 h 6670674"/>
              <a:gd name="connsiteX25" fmla="*/ 5026364 w 7740196"/>
              <a:gd name="connsiteY25" fmla="*/ 959863 h 6670674"/>
              <a:gd name="connsiteX0" fmla="*/ 5026364 w 7821363"/>
              <a:gd name="connsiteY0" fmla="*/ 959863 h 6670674"/>
              <a:gd name="connsiteX1" fmla="*/ 4652652 w 7821363"/>
              <a:gd name="connsiteY1" fmla="*/ 1484649 h 6670674"/>
              <a:gd name="connsiteX2" fmla="*/ 3881376 w 7821363"/>
              <a:gd name="connsiteY2" fmla="*/ 1580064 h 6670674"/>
              <a:gd name="connsiteX3" fmla="*/ 3141905 w 7821363"/>
              <a:gd name="connsiteY3" fmla="*/ 1739090 h 6670674"/>
              <a:gd name="connsiteX4" fmla="*/ 2473995 w 7821363"/>
              <a:gd name="connsiteY4" fmla="*/ 2303633 h 6670674"/>
              <a:gd name="connsiteX5" fmla="*/ 1957160 w 7821363"/>
              <a:gd name="connsiteY5" fmla="*/ 3138520 h 6670674"/>
              <a:gd name="connsiteX6" fmla="*/ 2153207 w 7821363"/>
              <a:gd name="connsiteY6" fmla="*/ 3869441 h 6670674"/>
              <a:gd name="connsiteX7" fmla="*/ 2887464 w 7821363"/>
              <a:gd name="connsiteY7" fmla="*/ 4326855 h 6670674"/>
              <a:gd name="connsiteX8" fmla="*/ 3684474 w 7821363"/>
              <a:gd name="connsiteY8" fmla="*/ 4369775 h 6670674"/>
              <a:gd name="connsiteX9" fmla="*/ 4439849 w 7821363"/>
              <a:gd name="connsiteY9" fmla="*/ 4649438 h 6670674"/>
              <a:gd name="connsiteX10" fmla="*/ 5432649 w 7821363"/>
              <a:gd name="connsiteY10" fmla="*/ 5483899 h 6670674"/>
              <a:gd name="connsiteX11" fmla="*/ 6662301 w 7821363"/>
              <a:gd name="connsiteY11" fmla="*/ 5791042 h 6670674"/>
              <a:gd name="connsiteX12" fmla="*/ 7721258 w 7821363"/>
              <a:gd name="connsiteY12" fmla="*/ 6145994 h 6670674"/>
              <a:gd name="connsiteX13" fmla="*/ 4037751 w 7821363"/>
              <a:gd name="connsiteY13" fmla="*/ 6523297 h 6670674"/>
              <a:gd name="connsiteX14" fmla="*/ 3038538 w 7821363"/>
              <a:gd name="connsiteY14" fmla="*/ 6668899 h 6670674"/>
              <a:gd name="connsiteX15" fmla="*/ 1901501 w 7821363"/>
              <a:gd name="connsiteY15" fmla="*/ 6438311 h 6670674"/>
              <a:gd name="connsiteX16" fmla="*/ 883734 w 7821363"/>
              <a:gd name="connsiteY16" fmla="*/ 5603424 h 6670674"/>
              <a:gd name="connsiteX17" fmla="*/ 207873 w 7821363"/>
              <a:gd name="connsiteY17" fmla="*/ 4561803 h 6670674"/>
              <a:gd name="connsiteX18" fmla="*/ 9091 w 7821363"/>
              <a:gd name="connsiteY18" fmla="*/ 3122617 h 6670674"/>
              <a:gd name="connsiteX19" fmla="*/ 56798 w 7821363"/>
              <a:gd name="connsiteY19" fmla="*/ 1953776 h 6670674"/>
              <a:gd name="connsiteX20" fmla="*/ 261822 w 7821363"/>
              <a:gd name="connsiteY20" fmla="*/ 845637 h 6670674"/>
              <a:gd name="connsiteX21" fmla="*/ 963247 w 7821363"/>
              <a:gd name="connsiteY21" fmla="*/ 228343 h 6670674"/>
              <a:gd name="connsiteX22" fmla="*/ 1885598 w 7821363"/>
              <a:gd name="connsiteY22" fmla="*/ 20155 h 6670674"/>
              <a:gd name="connsiteX23" fmla="*/ 2668588 w 7821363"/>
              <a:gd name="connsiteY23" fmla="*/ 6989 h 6670674"/>
              <a:gd name="connsiteX24" fmla="*/ 3815457 w 7821363"/>
              <a:gd name="connsiteY24" fmla="*/ 10322 h 6670674"/>
              <a:gd name="connsiteX25" fmla="*/ 4636750 w 7821363"/>
              <a:gd name="connsiteY25" fmla="*/ 244245 h 6670674"/>
              <a:gd name="connsiteX26" fmla="*/ 5026364 w 7821363"/>
              <a:gd name="connsiteY26" fmla="*/ 959863 h 6670674"/>
              <a:gd name="connsiteX0" fmla="*/ 5026364 w 7903127"/>
              <a:gd name="connsiteY0" fmla="*/ 959863 h 6670674"/>
              <a:gd name="connsiteX1" fmla="*/ 4652652 w 7903127"/>
              <a:gd name="connsiteY1" fmla="*/ 1484649 h 6670674"/>
              <a:gd name="connsiteX2" fmla="*/ 3881376 w 7903127"/>
              <a:gd name="connsiteY2" fmla="*/ 1580064 h 6670674"/>
              <a:gd name="connsiteX3" fmla="*/ 3141905 w 7903127"/>
              <a:gd name="connsiteY3" fmla="*/ 1739090 h 6670674"/>
              <a:gd name="connsiteX4" fmla="*/ 2473995 w 7903127"/>
              <a:gd name="connsiteY4" fmla="*/ 2303633 h 6670674"/>
              <a:gd name="connsiteX5" fmla="*/ 1957160 w 7903127"/>
              <a:gd name="connsiteY5" fmla="*/ 3138520 h 6670674"/>
              <a:gd name="connsiteX6" fmla="*/ 2153207 w 7903127"/>
              <a:gd name="connsiteY6" fmla="*/ 3869441 h 6670674"/>
              <a:gd name="connsiteX7" fmla="*/ 2887464 w 7903127"/>
              <a:gd name="connsiteY7" fmla="*/ 4326855 h 6670674"/>
              <a:gd name="connsiteX8" fmla="*/ 3684474 w 7903127"/>
              <a:gd name="connsiteY8" fmla="*/ 4369775 h 6670674"/>
              <a:gd name="connsiteX9" fmla="*/ 4439849 w 7903127"/>
              <a:gd name="connsiteY9" fmla="*/ 4649438 h 6670674"/>
              <a:gd name="connsiteX10" fmla="*/ 5432649 w 7903127"/>
              <a:gd name="connsiteY10" fmla="*/ 5483899 h 6670674"/>
              <a:gd name="connsiteX11" fmla="*/ 7144082 w 7903127"/>
              <a:gd name="connsiteY11" fmla="*/ 5673054 h 6670674"/>
              <a:gd name="connsiteX12" fmla="*/ 7721258 w 7903127"/>
              <a:gd name="connsiteY12" fmla="*/ 6145994 h 6670674"/>
              <a:gd name="connsiteX13" fmla="*/ 4037751 w 7903127"/>
              <a:gd name="connsiteY13" fmla="*/ 6523297 h 6670674"/>
              <a:gd name="connsiteX14" fmla="*/ 3038538 w 7903127"/>
              <a:gd name="connsiteY14" fmla="*/ 6668899 h 6670674"/>
              <a:gd name="connsiteX15" fmla="*/ 1901501 w 7903127"/>
              <a:gd name="connsiteY15" fmla="*/ 6438311 h 6670674"/>
              <a:gd name="connsiteX16" fmla="*/ 883734 w 7903127"/>
              <a:gd name="connsiteY16" fmla="*/ 5603424 h 6670674"/>
              <a:gd name="connsiteX17" fmla="*/ 207873 w 7903127"/>
              <a:gd name="connsiteY17" fmla="*/ 4561803 h 6670674"/>
              <a:gd name="connsiteX18" fmla="*/ 9091 w 7903127"/>
              <a:gd name="connsiteY18" fmla="*/ 3122617 h 6670674"/>
              <a:gd name="connsiteX19" fmla="*/ 56798 w 7903127"/>
              <a:gd name="connsiteY19" fmla="*/ 1953776 h 6670674"/>
              <a:gd name="connsiteX20" fmla="*/ 261822 w 7903127"/>
              <a:gd name="connsiteY20" fmla="*/ 845637 h 6670674"/>
              <a:gd name="connsiteX21" fmla="*/ 963247 w 7903127"/>
              <a:gd name="connsiteY21" fmla="*/ 228343 h 6670674"/>
              <a:gd name="connsiteX22" fmla="*/ 1885598 w 7903127"/>
              <a:gd name="connsiteY22" fmla="*/ 20155 h 6670674"/>
              <a:gd name="connsiteX23" fmla="*/ 2668588 w 7903127"/>
              <a:gd name="connsiteY23" fmla="*/ 6989 h 6670674"/>
              <a:gd name="connsiteX24" fmla="*/ 3815457 w 7903127"/>
              <a:gd name="connsiteY24" fmla="*/ 10322 h 6670674"/>
              <a:gd name="connsiteX25" fmla="*/ 4636750 w 7903127"/>
              <a:gd name="connsiteY25" fmla="*/ 244245 h 6670674"/>
              <a:gd name="connsiteX26" fmla="*/ 5026364 w 7903127"/>
              <a:gd name="connsiteY26" fmla="*/ 959863 h 6670674"/>
              <a:gd name="connsiteX0" fmla="*/ 5026364 w 7770121"/>
              <a:gd name="connsiteY0" fmla="*/ 959863 h 6670179"/>
              <a:gd name="connsiteX1" fmla="*/ 4652652 w 7770121"/>
              <a:gd name="connsiteY1" fmla="*/ 1484649 h 6670179"/>
              <a:gd name="connsiteX2" fmla="*/ 3881376 w 7770121"/>
              <a:gd name="connsiteY2" fmla="*/ 1580064 h 6670179"/>
              <a:gd name="connsiteX3" fmla="*/ 3141905 w 7770121"/>
              <a:gd name="connsiteY3" fmla="*/ 1739090 h 6670179"/>
              <a:gd name="connsiteX4" fmla="*/ 2473995 w 7770121"/>
              <a:gd name="connsiteY4" fmla="*/ 2303633 h 6670179"/>
              <a:gd name="connsiteX5" fmla="*/ 1957160 w 7770121"/>
              <a:gd name="connsiteY5" fmla="*/ 3138520 h 6670179"/>
              <a:gd name="connsiteX6" fmla="*/ 2153207 w 7770121"/>
              <a:gd name="connsiteY6" fmla="*/ 3869441 h 6670179"/>
              <a:gd name="connsiteX7" fmla="*/ 2887464 w 7770121"/>
              <a:gd name="connsiteY7" fmla="*/ 4326855 h 6670179"/>
              <a:gd name="connsiteX8" fmla="*/ 3684474 w 7770121"/>
              <a:gd name="connsiteY8" fmla="*/ 4369775 h 6670179"/>
              <a:gd name="connsiteX9" fmla="*/ 4439849 w 7770121"/>
              <a:gd name="connsiteY9" fmla="*/ 4649438 h 6670179"/>
              <a:gd name="connsiteX10" fmla="*/ 5432649 w 7770121"/>
              <a:gd name="connsiteY10" fmla="*/ 5483899 h 6670179"/>
              <a:gd name="connsiteX11" fmla="*/ 7144082 w 7770121"/>
              <a:gd name="connsiteY11" fmla="*/ 5673054 h 6670179"/>
              <a:gd name="connsiteX12" fmla="*/ 7721258 w 7770121"/>
              <a:gd name="connsiteY12" fmla="*/ 6145994 h 6670179"/>
              <a:gd name="connsiteX13" fmla="*/ 6023205 w 7770121"/>
              <a:gd name="connsiteY13" fmla="*/ 6351481 h 6670179"/>
              <a:gd name="connsiteX14" fmla="*/ 4037751 w 7770121"/>
              <a:gd name="connsiteY14" fmla="*/ 6523297 h 6670179"/>
              <a:gd name="connsiteX15" fmla="*/ 3038538 w 7770121"/>
              <a:gd name="connsiteY15" fmla="*/ 6668899 h 6670179"/>
              <a:gd name="connsiteX16" fmla="*/ 1901501 w 7770121"/>
              <a:gd name="connsiteY16" fmla="*/ 6438311 h 6670179"/>
              <a:gd name="connsiteX17" fmla="*/ 883734 w 7770121"/>
              <a:gd name="connsiteY17" fmla="*/ 5603424 h 6670179"/>
              <a:gd name="connsiteX18" fmla="*/ 207873 w 7770121"/>
              <a:gd name="connsiteY18" fmla="*/ 4561803 h 6670179"/>
              <a:gd name="connsiteX19" fmla="*/ 9091 w 7770121"/>
              <a:gd name="connsiteY19" fmla="*/ 3122617 h 6670179"/>
              <a:gd name="connsiteX20" fmla="*/ 56798 w 7770121"/>
              <a:gd name="connsiteY20" fmla="*/ 1953776 h 6670179"/>
              <a:gd name="connsiteX21" fmla="*/ 261822 w 7770121"/>
              <a:gd name="connsiteY21" fmla="*/ 845637 h 6670179"/>
              <a:gd name="connsiteX22" fmla="*/ 963247 w 7770121"/>
              <a:gd name="connsiteY22" fmla="*/ 228343 h 6670179"/>
              <a:gd name="connsiteX23" fmla="*/ 1885598 w 7770121"/>
              <a:gd name="connsiteY23" fmla="*/ 20155 h 6670179"/>
              <a:gd name="connsiteX24" fmla="*/ 2668588 w 7770121"/>
              <a:gd name="connsiteY24" fmla="*/ 6989 h 6670179"/>
              <a:gd name="connsiteX25" fmla="*/ 3815457 w 7770121"/>
              <a:gd name="connsiteY25" fmla="*/ 10322 h 6670179"/>
              <a:gd name="connsiteX26" fmla="*/ 4636750 w 7770121"/>
              <a:gd name="connsiteY26" fmla="*/ 244245 h 6670179"/>
              <a:gd name="connsiteX27" fmla="*/ 5026364 w 7770121"/>
              <a:gd name="connsiteY27" fmla="*/ 959863 h 6670179"/>
              <a:gd name="connsiteX0" fmla="*/ 5026364 w 7823888"/>
              <a:gd name="connsiteY0" fmla="*/ 959863 h 6670098"/>
              <a:gd name="connsiteX1" fmla="*/ 4652652 w 7823888"/>
              <a:gd name="connsiteY1" fmla="*/ 1484649 h 6670098"/>
              <a:gd name="connsiteX2" fmla="*/ 3881376 w 7823888"/>
              <a:gd name="connsiteY2" fmla="*/ 1580064 h 6670098"/>
              <a:gd name="connsiteX3" fmla="*/ 3141905 w 7823888"/>
              <a:gd name="connsiteY3" fmla="*/ 1739090 h 6670098"/>
              <a:gd name="connsiteX4" fmla="*/ 2473995 w 7823888"/>
              <a:gd name="connsiteY4" fmla="*/ 2303633 h 6670098"/>
              <a:gd name="connsiteX5" fmla="*/ 1957160 w 7823888"/>
              <a:gd name="connsiteY5" fmla="*/ 3138520 h 6670098"/>
              <a:gd name="connsiteX6" fmla="*/ 2153207 w 7823888"/>
              <a:gd name="connsiteY6" fmla="*/ 3869441 h 6670098"/>
              <a:gd name="connsiteX7" fmla="*/ 2887464 w 7823888"/>
              <a:gd name="connsiteY7" fmla="*/ 4326855 h 6670098"/>
              <a:gd name="connsiteX8" fmla="*/ 3684474 w 7823888"/>
              <a:gd name="connsiteY8" fmla="*/ 4369775 h 6670098"/>
              <a:gd name="connsiteX9" fmla="*/ 4439849 w 7823888"/>
              <a:gd name="connsiteY9" fmla="*/ 4649438 h 6670098"/>
              <a:gd name="connsiteX10" fmla="*/ 5432649 w 7823888"/>
              <a:gd name="connsiteY10" fmla="*/ 5483899 h 6670098"/>
              <a:gd name="connsiteX11" fmla="*/ 7144082 w 7823888"/>
              <a:gd name="connsiteY11" fmla="*/ 5673054 h 6670098"/>
              <a:gd name="connsiteX12" fmla="*/ 7721258 w 7823888"/>
              <a:gd name="connsiteY12" fmla="*/ 6145994 h 6670098"/>
              <a:gd name="connsiteX13" fmla="*/ 5187463 w 7823888"/>
              <a:gd name="connsiteY13" fmla="*/ 6400642 h 6670098"/>
              <a:gd name="connsiteX14" fmla="*/ 4037751 w 7823888"/>
              <a:gd name="connsiteY14" fmla="*/ 6523297 h 6670098"/>
              <a:gd name="connsiteX15" fmla="*/ 3038538 w 7823888"/>
              <a:gd name="connsiteY15" fmla="*/ 6668899 h 6670098"/>
              <a:gd name="connsiteX16" fmla="*/ 1901501 w 7823888"/>
              <a:gd name="connsiteY16" fmla="*/ 6438311 h 6670098"/>
              <a:gd name="connsiteX17" fmla="*/ 883734 w 7823888"/>
              <a:gd name="connsiteY17" fmla="*/ 5603424 h 6670098"/>
              <a:gd name="connsiteX18" fmla="*/ 207873 w 7823888"/>
              <a:gd name="connsiteY18" fmla="*/ 4561803 h 6670098"/>
              <a:gd name="connsiteX19" fmla="*/ 9091 w 7823888"/>
              <a:gd name="connsiteY19" fmla="*/ 3122617 h 6670098"/>
              <a:gd name="connsiteX20" fmla="*/ 56798 w 7823888"/>
              <a:gd name="connsiteY20" fmla="*/ 1953776 h 6670098"/>
              <a:gd name="connsiteX21" fmla="*/ 261822 w 7823888"/>
              <a:gd name="connsiteY21" fmla="*/ 845637 h 6670098"/>
              <a:gd name="connsiteX22" fmla="*/ 963247 w 7823888"/>
              <a:gd name="connsiteY22" fmla="*/ 228343 h 6670098"/>
              <a:gd name="connsiteX23" fmla="*/ 1885598 w 7823888"/>
              <a:gd name="connsiteY23" fmla="*/ 20155 h 6670098"/>
              <a:gd name="connsiteX24" fmla="*/ 2668588 w 7823888"/>
              <a:gd name="connsiteY24" fmla="*/ 6989 h 6670098"/>
              <a:gd name="connsiteX25" fmla="*/ 3815457 w 7823888"/>
              <a:gd name="connsiteY25" fmla="*/ 10322 h 6670098"/>
              <a:gd name="connsiteX26" fmla="*/ 4636750 w 7823888"/>
              <a:gd name="connsiteY26" fmla="*/ 244245 h 6670098"/>
              <a:gd name="connsiteX27" fmla="*/ 5026364 w 7823888"/>
              <a:gd name="connsiteY27" fmla="*/ 959863 h 6670098"/>
              <a:gd name="connsiteX0" fmla="*/ 5026364 w 7737979"/>
              <a:gd name="connsiteY0" fmla="*/ 959863 h 6670098"/>
              <a:gd name="connsiteX1" fmla="*/ 4652652 w 7737979"/>
              <a:gd name="connsiteY1" fmla="*/ 1484649 h 6670098"/>
              <a:gd name="connsiteX2" fmla="*/ 3881376 w 7737979"/>
              <a:gd name="connsiteY2" fmla="*/ 1580064 h 6670098"/>
              <a:gd name="connsiteX3" fmla="*/ 3141905 w 7737979"/>
              <a:gd name="connsiteY3" fmla="*/ 1739090 h 6670098"/>
              <a:gd name="connsiteX4" fmla="*/ 2473995 w 7737979"/>
              <a:gd name="connsiteY4" fmla="*/ 2303633 h 6670098"/>
              <a:gd name="connsiteX5" fmla="*/ 1957160 w 7737979"/>
              <a:gd name="connsiteY5" fmla="*/ 3138520 h 6670098"/>
              <a:gd name="connsiteX6" fmla="*/ 2153207 w 7737979"/>
              <a:gd name="connsiteY6" fmla="*/ 3869441 h 6670098"/>
              <a:gd name="connsiteX7" fmla="*/ 2887464 w 7737979"/>
              <a:gd name="connsiteY7" fmla="*/ 4326855 h 6670098"/>
              <a:gd name="connsiteX8" fmla="*/ 3684474 w 7737979"/>
              <a:gd name="connsiteY8" fmla="*/ 4369775 h 6670098"/>
              <a:gd name="connsiteX9" fmla="*/ 4439849 w 7737979"/>
              <a:gd name="connsiteY9" fmla="*/ 4649438 h 6670098"/>
              <a:gd name="connsiteX10" fmla="*/ 5432649 w 7737979"/>
              <a:gd name="connsiteY10" fmla="*/ 5483899 h 6670098"/>
              <a:gd name="connsiteX11" fmla="*/ 7144082 w 7737979"/>
              <a:gd name="connsiteY11" fmla="*/ 5673054 h 6670098"/>
              <a:gd name="connsiteX12" fmla="*/ 7721258 w 7737979"/>
              <a:gd name="connsiteY12" fmla="*/ 6145994 h 6670098"/>
              <a:gd name="connsiteX13" fmla="*/ 6603307 w 7737979"/>
              <a:gd name="connsiteY13" fmla="*/ 6282656 h 6670098"/>
              <a:gd name="connsiteX14" fmla="*/ 5187463 w 7737979"/>
              <a:gd name="connsiteY14" fmla="*/ 6400642 h 6670098"/>
              <a:gd name="connsiteX15" fmla="*/ 4037751 w 7737979"/>
              <a:gd name="connsiteY15" fmla="*/ 6523297 h 6670098"/>
              <a:gd name="connsiteX16" fmla="*/ 3038538 w 7737979"/>
              <a:gd name="connsiteY16" fmla="*/ 6668899 h 6670098"/>
              <a:gd name="connsiteX17" fmla="*/ 1901501 w 7737979"/>
              <a:gd name="connsiteY17" fmla="*/ 6438311 h 6670098"/>
              <a:gd name="connsiteX18" fmla="*/ 883734 w 7737979"/>
              <a:gd name="connsiteY18" fmla="*/ 5603424 h 6670098"/>
              <a:gd name="connsiteX19" fmla="*/ 207873 w 7737979"/>
              <a:gd name="connsiteY19" fmla="*/ 4561803 h 6670098"/>
              <a:gd name="connsiteX20" fmla="*/ 9091 w 7737979"/>
              <a:gd name="connsiteY20" fmla="*/ 3122617 h 6670098"/>
              <a:gd name="connsiteX21" fmla="*/ 56798 w 7737979"/>
              <a:gd name="connsiteY21" fmla="*/ 1953776 h 6670098"/>
              <a:gd name="connsiteX22" fmla="*/ 261822 w 7737979"/>
              <a:gd name="connsiteY22" fmla="*/ 845637 h 6670098"/>
              <a:gd name="connsiteX23" fmla="*/ 963247 w 7737979"/>
              <a:gd name="connsiteY23" fmla="*/ 228343 h 6670098"/>
              <a:gd name="connsiteX24" fmla="*/ 1885598 w 7737979"/>
              <a:gd name="connsiteY24" fmla="*/ 20155 h 6670098"/>
              <a:gd name="connsiteX25" fmla="*/ 2668588 w 7737979"/>
              <a:gd name="connsiteY25" fmla="*/ 6989 h 6670098"/>
              <a:gd name="connsiteX26" fmla="*/ 3815457 w 7737979"/>
              <a:gd name="connsiteY26" fmla="*/ 10322 h 6670098"/>
              <a:gd name="connsiteX27" fmla="*/ 4636750 w 7737979"/>
              <a:gd name="connsiteY27" fmla="*/ 244245 h 6670098"/>
              <a:gd name="connsiteX28" fmla="*/ 5026364 w 7737979"/>
              <a:gd name="connsiteY28" fmla="*/ 959863 h 6670098"/>
              <a:gd name="connsiteX0" fmla="*/ 5026364 w 7725534"/>
              <a:gd name="connsiteY0" fmla="*/ 959863 h 6670098"/>
              <a:gd name="connsiteX1" fmla="*/ 4652652 w 7725534"/>
              <a:gd name="connsiteY1" fmla="*/ 1484649 h 6670098"/>
              <a:gd name="connsiteX2" fmla="*/ 3881376 w 7725534"/>
              <a:gd name="connsiteY2" fmla="*/ 1580064 h 6670098"/>
              <a:gd name="connsiteX3" fmla="*/ 3141905 w 7725534"/>
              <a:gd name="connsiteY3" fmla="*/ 1739090 h 6670098"/>
              <a:gd name="connsiteX4" fmla="*/ 2473995 w 7725534"/>
              <a:gd name="connsiteY4" fmla="*/ 2303633 h 6670098"/>
              <a:gd name="connsiteX5" fmla="*/ 1957160 w 7725534"/>
              <a:gd name="connsiteY5" fmla="*/ 3138520 h 6670098"/>
              <a:gd name="connsiteX6" fmla="*/ 2153207 w 7725534"/>
              <a:gd name="connsiteY6" fmla="*/ 3869441 h 6670098"/>
              <a:gd name="connsiteX7" fmla="*/ 2887464 w 7725534"/>
              <a:gd name="connsiteY7" fmla="*/ 4326855 h 6670098"/>
              <a:gd name="connsiteX8" fmla="*/ 3684474 w 7725534"/>
              <a:gd name="connsiteY8" fmla="*/ 4369775 h 6670098"/>
              <a:gd name="connsiteX9" fmla="*/ 4439849 w 7725534"/>
              <a:gd name="connsiteY9" fmla="*/ 4649438 h 6670098"/>
              <a:gd name="connsiteX10" fmla="*/ 5432649 w 7725534"/>
              <a:gd name="connsiteY10" fmla="*/ 5483899 h 6670098"/>
              <a:gd name="connsiteX11" fmla="*/ 7144082 w 7725534"/>
              <a:gd name="connsiteY11" fmla="*/ 5673054 h 6670098"/>
              <a:gd name="connsiteX12" fmla="*/ 7721258 w 7725534"/>
              <a:gd name="connsiteY12" fmla="*/ 6145994 h 6670098"/>
              <a:gd name="connsiteX13" fmla="*/ 6908107 w 7725534"/>
              <a:gd name="connsiteY13" fmla="*/ 6508798 h 6670098"/>
              <a:gd name="connsiteX14" fmla="*/ 5187463 w 7725534"/>
              <a:gd name="connsiteY14" fmla="*/ 6400642 h 6670098"/>
              <a:gd name="connsiteX15" fmla="*/ 4037751 w 7725534"/>
              <a:gd name="connsiteY15" fmla="*/ 6523297 h 6670098"/>
              <a:gd name="connsiteX16" fmla="*/ 3038538 w 7725534"/>
              <a:gd name="connsiteY16" fmla="*/ 6668899 h 6670098"/>
              <a:gd name="connsiteX17" fmla="*/ 1901501 w 7725534"/>
              <a:gd name="connsiteY17" fmla="*/ 6438311 h 6670098"/>
              <a:gd name="connsiteX18" fmla="*/ 883734 w 7725534"/>
              <a:gd name="connsiteY18" fmla="*/ 5603424 h 6670098"/>
              <a:gd name="connsiteX19" fmla="*/ 207873 w 7725534"/>
              <a:gd name="connsiteY19" fmla="*/ 4561803 h 6670098"/>
              <a:gd name="connsiteX20" fmla="*/ 9091 w 7725534"/>
              <a:gd name="connsiteY20" fmla="*/ 3122617 h 6670098"/>
              <a:gd name="connsiteX21" fmla="*/ 56798 w 7725534"/>
              <a:gd name="connsiteY21" fmla="*/ 1953776 h 6670098"/>
              <a:gd name="connsiteX22" fmla="*/ 261822 w 7725534"/>
              <a:gd name="connsiteY22" fmla="*/ 845637 h 6670098"/>
              <a:gd name="connsiteX23" fmla="*/ 963247 w 7725534"/>
              <a:gd name="connsiteY23" fmla="*/ 228343 h 6670098"/>
              <a:gd name="connsiteX24" fmla="*/ 1885598 w 7725534"/>
              <a:gd name="connsiteY24" fmla="*/ 20155 h 6670098"/>
              <a:gd name="connsiteX25" fmla="*/ 2668588 w 7725534"/>
              <a:gd name="connsiteY25" fmla="*/ 6989 h 6670098"/>
              <a:gd name="connsiteX26" fmla="*/ 3815457 w 7725534"/>
              <a:gd name="connsiteY26" fmla="*/ 10322 h 6670098"/>
              <a:gd name="connsiteX27" fmla="*/ 4636750 w 7725534"/>
              <a:gd name="connsiteY27" fmla="*/ 244245 h 6670098"/>
              <a:gd name="connsiteX28" fmla="*/ 5026364 w 7725534"/>
              <a:gd name="connsiteY28" fmla="*/ 959863 h 6670098"/>
              <a:gd name="connsiteX0" fmla="*/ 5026364 w 7726492"/>
              <a:gd name="connsiteY0" fmla="*/ 959863 h 6670098"/>
              <a:gd name="connsiteX1" fmla="*/ 4652652 w 7726492"/>
              <a:gd name="connsiteY1" fmla="*/ 1484649 h 6670098"/>
              <a:gd name="connsiteX2" fmla="*/ 3881376 w 7726492"/>
              <a:gd name="connsiteY2" fmla="*/ 1580064 h 6670098"/>
              <a:gd name="connsiteX3" fmla="*/ 3141905 w 7726492"/>
              <a:gd name="connsiteY3" fmla="*/ 1739090 h 6670098"/>
              <a:gd name="connsiteX4" fmla="*/ 2473995 w 7726492"/>
              <a:gd name="connsiteY4" fmla="*/ 2303633 h 6670098"/>
              <a:gd name="connsiteX5" fmla="*/ 1957160 w 7726492"/>
              <a:gd name="connsiteY5" fmla="*/ 3138520 h 6670098"/>
              <a:gd name="connsiteX6" fmla="*/ 2153207 w 7726492"/>
              <a:gd name="connsiteY6" fmla="*/ 3869441 h 6670098"/>
              <a:gd name="connsiteX7" fmla="*/ 2887464 w 7726492"/>
              <a:gd name="connsiteY7" fmla="*/ 4326855 h 6670098"/>
              <a:gd name="connsiteX8" fmla="*/ 3684474 w 7726492"/>
              <a:gd name="connsiteY8" fmla="*/ 4369775 h 6670098"/>
              <a:gd name="connsiteX9" fmla="*/ 4439849 w 7726492"/>
              <a:gd name="connsiteY9" fmla="*/ 4649438 h 6670098"/>
              <a:gd name="connsiteX10" fmla="*/ 5432649 w 7726492"/>
              <a:gd name="connsiteY10" fmla="*/ 5483899 h 6670098"/>
              <a:gd name="connsiteX11" fmla="*/ 7144082 w 7726492"/>
              <a:gd name="connsiteY11" fmla="*/ 5673054 h 6670098"/>
              <a:gd name="connsiteX12" fmla="*/ 7721258 w 7726492"/>
              <a:gd name="connsiteY12" fmla="*/ 6145994 h 6670098"/>
              <a:gd name="connsiteX13" fmla="*/ 6878610 w 7726492"/>
              <a:gd name="connsiteY13" fmla="*/ 6528463 h 6670098"/>
              <a:gd name="connsiteX14" fmla="*/ 5187463 w 7726492"/>
              <a:gd name="connsiteY14" fmla="*/ 6400642 h 6670098"/>
              <a:gd name="connsiteX15" fmla="*/ 4037751 w 7726492"/>
              <a:gd name="connsiteY15" fmla="*/ 6523297 h 6670098"/>
              <a:gd name="connsiteX16" fmla="*/ 3038538 w 7726492"/>
              <a:gd name="connsiteY16" fmla="*/ 6668899 h 6670098"/>
              <a:gd name="connsiteX17" fmla="*/ 1901501 w 7726492"/>
              <a:gd name="connsiteY17" fmla="*/ 6438311 h 6670098"/>
              <a:gd name="connsiteX18" fmla="*/ 883734 w 7726492"/>
              <a:gd name="connsiteY18" fmla="*/ 5603424 h 6670098"/>
              <a:gd name="connsiteX19" fmla="*/ 207873 w 7726492"/>
              <a:gd name="connsiteY19" fmla="*/ 4561803 h 6670098"/>
              <a:gd name="connsiteX20" fmla="*/ 9091 w 7726492"/>
              <a:gd name="connsiteY20" fmla="*/ 3122617 h 6670098"/>
              <a:gd name="connsiteX21" fmla="*/ 56798 w 7726492"/>
              <a:gd name="connsiteY21" fmla="*/ 1953776 h 6670098"/>
              <a:gd name="connsiteX22" fmla="*/ 261822 w 7726492"/>
              <a:gd name="connsiteY22" fmla="*/ 845637 h 6670098"/>
              <a:gd name="connsiteX23" fmla="*/ 963247 w 7726492"/>
              <a:gd name="connsiteY23" fmla="*/ 228343 h 6670098"/>
              <a:gd name="connsiteX24" fmla="*/ 1885598 w 7726492"/>
              <a:gd name="connsiteY24" fmla="*/ 20155 h 6670098"/>
              <a:gd name="connsiteX25" fmla="*/ 2668588 w 7726492"/>
              <a:gd name="connsiteY25" fmla="*/ 6989 h 6670098"/>
              <a:gd name="connsiteX26" fmla="*/ 3815457 w 7726492"/>
              <a:gd name="connsiteY26" fmla="*/ 10322 h 6670098"/>
              <a:gd name="connsiteX27" fmla="*/ 4636750 w 7726492"/>
              <a:gd name="connsiteY27" fmla="*/ 244245 h 6670098"/>
              <a:gd name="connsiteX28" fmla="*/ 5026364 w 7726492"/>
              <a:gd name="connsiteY28" fmla="*/ 959863 h 6670098"/>
              <a:gd name="connsiteX0" fmla="*/ 5026364 w 7726492"/>
              <a:gd name="connsiteY0" fmla="*/ 959863 h 6670098"/>
              <a:gd name="connsiteX1" fmla="*/ 4652652 w 7726492"/>
              <a:gd name="connsiteY1" fmla="*/ 1484649 h 6670098"/>
              <a:gd name="connsiteX2" fmla="*/ 3881376 w 7726492"/>
              <a:gd name="connsiteY2" fmla="*/ 1580064 h 6670098"/>
              <a:gd name="connsiteX3" fmla="*/ 3141905 w 7726492"/>
              <a:gd name="connsiteY3" fmla="*/ 1739090 h 6670098"/>
              <a:gd name="connsiteX4" fmla="*/ 2473995 w 7726492"/>
              <a:gd name="connsiteY4" fmla="*/ 2303633 h 6670098"/>
              <a:gd name="connsiteX5" fmla="*/ 1957160 w 7726492"/>
              <a:gd name="connsiteY5" fmla="*/ 3138520 h 6670098"/>
              <a:gd name="connsiteX6" fmla="*/ 2153207 w 7726492"/>
              <a:gd name="connsiteY6" fmla="*/ 3869441 h 6670098"/>
              <a:gd name="connsiteX7" fmla="*/ 2887464 w 7726492"/>
              <a:gd name="connsiteY7" fmla="*/ 4326855 h 6670098"/>
              <a:gd name="connsiteX8" fmla="*/ 3684474 w 7726492"/>
              <a:gd name="connsiteY8" fmla="*/ 4369775 h 6670098"/>
              <a:gd name="connsiteX9" fmla="*/ 4439849 w 7726492"/>
              <a:gd name="connsiteY9" fmla="*/ 4649438 h 6670098"/>
              <a:gd name="connsiteX10" fmla="*/ 5491642 w 7726492"/>
              <a:gd name="connsiteY10" fmla="*/ 5375744 h 6670098"/>
              <a:gd name="connsiteX11" fmla="*/ 7144082 w 7726492"/>
              <a:gd name="connsiteY11" fmla="*/ 5673054 h 6670098"/>
              <a:gd name="connsiteX12" fmla="*/ 7721258 w 7726492"/>
              <a:gd name="connsiteY12" fmla="*/ 6145994 h 6670098"/>
              <a:gd name="connsiteX13" fmla="*/ 6878610 w 7726492"/>
              <a:gd name="connsiteY13" fmla="*/ 6528463 h 6670098"/>
              <a:gd name="connsiteX14" fmla="*/ 5187463 w 7726492"/>
              <a:gd name="connsiteY14" fmla="*/ 6400642 h 6670098"/>
              <a:gd name="connsiteX15" fmla="*/ 4037751 w 7726492"/>
              <a:gd name="connsiteY15" fmla="*/ 6523297 h 6670098"/>
              <a:gd name="connsiteX16" fmla="*/ 3038538 w 7726492"/>
              <a:gd name="connsiteY16" fmla="*/ 6668899 h 6670098"/>
              <a:gd name="connsiteX17" fmla="*/ 1901501 w 7726492"/>
              <a:gd name="connsiteY17" fmla="*/ 6438311 h 6670098"/>
              <a:gd name="connsiteX18" fmla="*/ 883734 w 7726492"/>
              <a:gd name="connsiteY18" fmla="*/ 5603424 h 6670098"/>
              <a:gd name="connsiteX19" fmla="*/ 207873 w 7726492"/>
              <a:gd name="connsiteY19" fmla="*/ 4561803 h 6670098"/>
              <a:gd name="connsiteX20" fmla="*/ 9091 w 7726492"/>
              <a:gd name="connsiteY20" fmla="*/ 3122617 h 6670098"/>
              <a:gd name="connsiteX21" fmla="*/ 56798 w 7726492"/>
              <a:gd name="connsiteY21" fmla="*/ 1953776 h 6670098"/>
              <a:gd name="connsiteX22" fmla="*/ 261822 w 7726492"/>
              <a:gd name="connsiteY22" fmla="*/ 845637 h 6670098"/>
              <a:gd name="connsiteX23" fmla="*/ 963247 w 7726492"/>
              <a:gd name="connsiteY23" fmla="*/ 228343 h 6670098"/>
              <a:gd name="connsiteX24" fmla="*/ 1885598 w 7726492"/>
              <a:gd name="connsiteY24" fmla="*/ 20155 h 6670098"/>
              <a:gd name="connsiteX25" fmla="*/ 2668588 w 7726492"/>
              <a:gd name="connsiteY25" fmla="*/ 6989 h 6670098"/>
              <a:gd name="connsiteX26" fmla="*/ 3815457 w 7726492"/>
              <a:gd name="connsiteY26" fmla="*/ 10322 h 6670098"/>
              <a:gd name="connsiteX27" fmla="*/ 4636750 w 7726492"/>
              <a:gd name="connsiteY27" fmla="*/ 244245 h 6670098"/>
              <a:gd name="connsiteX28" fmla="*/ 5026364 w 7726492"/>
              <a:gd name="connsiteY28" fmla="*/ 959863 h 6670098"/>
              <a:gd name="connsiteX0" fmla="*/ 5026364 w 7724692"/>
              <a:gd name="connsiteY0" fmla="*/ 959863 h 6670098"/>
              <a:gd name="connsiteX1" fmla="*/ 4652652 w 7724692"/>
              <a:gd name="connsiteY1" fmla="*/ 1484649 h 6670098"/>
              <a:gd name="connsiteX2" fmla="*/ 3881376 w 7724692"/>
              <a:gd name="connsiteY2" fmla="*/ 1580064 h 6670098"/>
              <a:gd name="connsiteX3" fmla="*/ 3141905 w 7724692"/>
              <a:gd name="connsiteY3" fmla="*/ 1739090 h 6670098"/>
              <a:gd name="connsiteX4" fmla="*/ 2473995 w 7724692"/>
              <a:gd name="connsiteY4" fmla="*/ 2303633 h 6670098"/>
              <a:gd name="connsiteX5" fmla="*/ 1957160 w 7724692"/>
              <a:gd name="connsiteY5" fmla="*/ 3138520 h 6670098"/>
              <a:gd name="connsiteX6" fmla="*/ 2153207 w 7724692"/>
              <a:gd name="connsiteY6" fmla="*/ 3869441 h 6670098"/>
              <a:gd name="connsiteX7" fmla="*/ 2887464 w 7724692"/>
              <a:gd name="connsiteY7" fmla="*/ 4326855 h 6670098"/>
              <a:gd name="connsiteX8" fmla="*/ 3684474 w 7724692"/>
              <a:gd name="connsiteY8" fmla="*/ 4369775 h 6670098"/>
              <a:gd name="connsiteX9" fmla="*/ 4439849 w 7724692"/>
              <a:gd name="connsiteY9" fmla="*/ 4649438 h 6670098"/>
              <a:gd name="connsiteX10" fmla="*/ 5491642 w 7724692"/>
              <a:gd name="connsiteY10" fmla="*/ 5375744 h 6670098"/>
              <a:gd name="connsiteX11" fmla="*/ 7144082 w 7724692"/>
              <a:gd name="connsiteY11" fmla="*/ 5673054 h 6670098"/>
              <a:gd name="connsiteX12" fmla="*/ 7721258 w 7724692"/>
              <a:gd name="connsiteY12" fmla="*/ 6145994 h 6670098"/>
              <a:gd name="connsiteX13" fmla="*/ 7360392 w 7724692"/>
              <a:gd name="connsiteY13" fmla="*/ 6420308 h 6670098"/>
              <a:gd name="connsiteX14" fmla="*/ 6878610 w 7724692"/>
              <a:gd name="connsiteY14" fmla="*/ 6528463 h 6670098"/>
              <a:gd name="connsiteX15" fmla="*/ 5187463 w 7724692"/>
              <a:gd name="connsiteY15" fmla="*/ 6400642 h 6670098"/>
              <a:gd name="connsiteX16" fmla="*/ 4037751 w 7724692"/>
              <a:gd name="connsiteY16" fmla="*/ 6523297 h 6670098"/>
              <a:gd name="connsiteX17" fmla="*/ 3038538 w 7724692"/>
              <a:gd name="connsiteY17" fmla="*/ 6668899 h 6670098"/>
              <a:gd name="connsiteX18" fmla="*/ 1901501 w 7724692"/>
              <a:gd name="connsiteY18" fmla="*/ 6438311 h 6670098"/>
              <a:gd name="connsiteX19" fmla="*/ 883734 w 7724692"/>
              <a:gd name="connsiteY19" fmla="*/ 5603424 h 6670098"/>
              <a:gd name="connsiteX20" fmla="*/ 207873 w 7724692"/>
              <a:gd name="connsiteY20" fmla="*/ 4561803 h 6670098"/>
              <a:gd name="connsiteX21" fmla="*/ 9091 w 7724692"/>
              <a:gd name="connsiteY21" fmla="*/ 3122617 h 6670098"/>
              <a:gd name="connsiteX22" fmla="*/ 56798 w 7724692"/>
              <a:gd name="connsiteY22" fmla="*/ 1953776 h 6670098"/>
              <a:gd name="connsiteX23" fmla="*/ 261822 w 7724692"/>
              <a:gd name="connsiteY23" fmla="*/ 845637 h 6670098"/>
              <a:gd name="connsiteX24" fmla="*/ 963247 w 7724692"/>
              <a:gd name="connsiteY24" fmla="*/ 228343 h 6670098"/>
              <a:gd name="connsiteX25" fmla="*/ 1885598 w 7724692"/>
              <a:gd name="connsiteY25" fmla="*/ 20155 h 6670098"/>
              <a:gd name="connsiteX26" fmla="*/ 2668588 w 7724692"/>
              <a:gd name="connsiteY26" fmla="*/ 6989 h 6670098"/>
              <a:gd name="connsiteX27" fmla="*/ 3815457 w 7724692"/>
              <a:gd name="connsiteY27" fmla="*/ 10322 h 6670098"/>
              <a:gd name="connsiteX28" fmla="*/ 4636750 w 7724692"/>
              <a:gd name="connsiteY28" fmla="*/ 244245 h 6670098"/>
              <a:gd name="connsiteX29" fmla="*/ 5026364 w 7724692"/>
              <a:gd name="connsiteY29" fmla="*/ 959863 h 6670098"/>
              <a:gd name="connsiteX0" fmla="*/ 5026364 w 7728426"/>
              <a:gd name="connsiteY0" fmla="*/ 959863 h 6670098"/>
              <a:gd name="connsiteX1" fmla="*/ 4652652 w 7728426"/>
              <a:gd name="connsiteY1" fmla="*/ 1484649 h 6670098"/>
              <a:gd name="connsiteX2" fmla="*/ 3881376 w 7728426"/>
              <a:gd name="connsiteY2" fmla="*/ 1580064 h 6670098"/>
              <a:gd name="connsiteX3" fmla="*/ 3141905 w 7728426"/>
              <a:gd name="connsiteY3" fmla="*/ 1739090 h 6670098"/>
              <a:gd name="connsiteX4" fmla="*/ 2473995 w 7728426"/>
              <a:gd name="connsiteY4" fmla="*/ 2303633 h 6670098"/>
              <a:gd name="connsiteX5" fmla="*/ 1957160 w 7728426"/>
              <a:gd name="connsiteY5" fmla="*/ 3138520 h 6670098"/>
              <a:gd name="connsiteX6" fmla="*/ 2153207 w 7728426"/>
              <a:gd name="connsiteY6" fmla="*/ 3869441 h 6670098"/>
              <a:gd name="connsiteX7" fmla="*/ 2887464 w 7728426"/>
              <a:gd name="connsiteY7" fmla="*/ 4326855 h 6670098"/>
              <a:gd name="connsiteX8" fmla="*/ 3684474 w 7728426"/>
              <a:gd name="connsiteY8" fmla="*/ 4369775 h 6670098"/>
              <a:gd name="connsiteX9" fmla="*/ 4439849 w 7728426"/>
              <a:gd name="connsiteY9" fmla="*/ 4649438 h 6670098"/>
              <a:gd name="connsiteX10" fmla="*/ 5491642 w 7728426"/>
              <a:gd name="connsiteY10" fmla="*/ 5375744 h 6670098"/>
              <a:gd name="connsiteX11" fmla="*/ 7144082 w 7728426"/>
              <a:gd name="connsiteY11" fmla="*/ 5673054 h 6670098"/>
              <a:gd name="connsiteX12" fmla="*/ 7721258 w 7728426"/>
              <a:gd name="connsiteY12" fmla="*/ 6145994 h 6670098"/>
              <a:gd name="connsiteX13" fmla="*/ 7429218 w 7728426"/>
              <a:gd name="connsiteY13" fmla="*/ 6498966 h 6670098"/>
              <a:gd name="connsiteX14" fmla="*/ 6878610 w 7728426"/>
              <a:gd name="connsiteY14" fmla="*/ 6528463 h 6670098"/>
              <a:gd name="connsiteX15" fmla="*/ 5187463 w 7728426"/>
              <a:gd name="connsiteY15" fmla="*/ 6400642 h 6670098"/>
              <a:gd name="connsiteX16" fmla="*/ 4037751 w 7728426"/>
              <a:gd name="connsiteY16" fmla="*/ 6523297 h 6670098"/>
              <a:gd name="connsiteX17" fmla="*/ 3038538 w 7728426"/>
              <a:gd name="connsiteY17" fmla="*/ 6668899 h 6670098"/>
              <a:gd name="connsiteX18" fmla="*/ 1901501 w 7728426"/>
              <a:gd name="connsiteY18" fmla="*/ 6438311 h 6670098"/>
              <a:gd name="connsiteX19" fmla="*/ 883734 w 7728426"/>
              <a:gd name="connsiteY19" fmla="*/ 5603424 h 6670098"/>
              <a:gd name="connsiteX20" fmla="*/ 207873 w 7728426"/>
              <a:gd name="connsiteY20" fmla="*/ 4561803 h 6670098"/>
              <a:gd name="connsiteX21" fmla="*/ 9091 w 7728426"/>
              <a:gd name="connsiteY21" fmla="*/ 3122617 h 6670098"/>
              <a:gd name="connsiteX22" fmla="*/ 56798 w 7728426"/>
              <a:gd name="connsiteY22" fmla="*/ 1953776 h 6670098"/>
              <a:gd name="connsiteX23" fmla="*/ 261822 w 7728426"/>
              <a:gd name="connsiteY23" fmla="*/ 845637 h 6670098"/>
              <a:gd name="connsiteX24" fmla="*/ 963247 w 7728426"/>
              <a:gd name="connsiteY24" fmla="*/ 228343 h 6670098"/>
              <a:gd name="connsiteX25" fmla="*/ 1885598 w 7728426"/>
              <a:gd name="connsiteY25" fmla="*/ 20155 h 6670098"/>
              <a:gd name="connsiteX26" fmla="*/ 2668588 w 7728426"/>
              <a:gd name="connsiteY26" fmla="*/ 6989 h 6670098"/>
              <a:gd name="connsiteX27" fmla="*/ 3815457 w 7728426"/>
              <a:gd name="connsiteY27" fmla="*/ 10322 h 6670098"/>
              <a:gd name="connsiteX28" fmla="*/ 4636750 w 7728426"/>
              <a:gd name="connsiteY28" fmla="*/ 244245 h 6670098"/>
              <a:gd name="connsiteX29" fmla="*/ 5026364 w 7728426"/>
              <a:gd name="connsiteY29" fmla="*/ 959863 h 6670098"/>
              <a:gd name="connsiteX0" fmla="*/ 5026364 w 7722476"/>
              <a:gd name="connsiteY0" fmla="*/ 959863 h 6670098"/>
              <a:gd name="connsiteX1" fmla="*/ 4652652 w 7722476"/>
              <a:gd name="connsiteY1" fmla="*/ 1484649 h 6670098"/>
              <a:gd name="connsiteX2" fmla="*/ 3881376 w 7722476"/>
              <a:gd name="connsiteY2" fmla="*/ 1580064 h 6670098"/>
              <a:gd name="connsiteX3" fmla="*/ 3141905 w 7722476"/>
              <a:gd name="connsiteY3" fmla="*/ 1739090 h 6670098"/>
              <a:gd name="connsiteX4" fmla="*/ 2473995 w 7722476"/>
              <a:gd name="connsiteY4" fmla="*/ 2303633 h 6670098"/>
              <a:gd name="connsiteX5" fmla="*/ 1957160 w 7722476"/>
              <a:gd name="connsiteY5" fmla="*/ 3138520 h 6670098"/>
              <a:gd name="connsiteX6" fmla="*/ 2153207 w 7722476"/>
              <a:gd name="connsiteY6" fmla="*/ 3869441 h 6670098"/>
              <a:gd name="connsiteX7" fmla="*/ 2887464 w 7722476"/>
              <a:gd name="connsiteY7" fmla="*/ 4326855 h 6670098"/>
              <a:gd name="connsiteX8" fmla="*/ 3684474 w 7722476"/>
              <a:gd name="connsiteY8" fmla="*/ 4369775 h 6670098"/>
              <a:gd name="connsiteX9" fmla="*/ 4439849 w 7722476"/>
              <a:gd name="connsiteY9" fmla="*/ 4649438 h 6670098"/>
              <a:gd name="connsiteX10" fmla="*/ 5491642 w 7722476"/>
              <a:gd name="connsiteY10" fmla="*/ 5375744 h 6670098"/>
              <a:gd name="connsiteX11" fmla="*/ 7144082 w 7722476"/>
              <a:gd name="connsiteY11" fmla="*/ 5673054 h 6670098"/>
              <a:gd name="connsiteX12" fmla="*/ 7517708 w 7722476"/>
              <a:gd name="connsiteY12" fmla="*/ 5850037 h 6670098"/>
              <a:gd name="connsiteX13" fmla="*/ 7721258 w 7722476"/>
              <a:gd name="connsiteY13" fmla="*/ 6145994 h 6670098"/>
              <a:gd name="connsiteX14" fmla="*/ 7429218 w 7722476"/>
              <a:gd name="connsiteY14" fmla="*/ 6498966 h 6670098"/>
              <a:gd name="connsiteX15" fmla="*/ 6878610 w 7722476"/>
              <a:gd name="connsiteY15" fmla="*/ 6528463 h 6670098"/>
              <a:gd name="connsiteX16" fmla="*/ 5187463 w 7722476"/>
              <a:gd name="connsiteY16" fmla="*/ 6400642 h 6670098"/>
              <a:gd name="connsiteX17" fmla="*/ 4037751 w 7722476"/>
              <a:gd name="connsiteY17" fmla="*/ 6523297 h 6670098"/>
              <a:gd name="connsiteX18" fmla="*/ 3038538 w 7722476"/>
              <a:gd name="connsiteY18" fmla="*/ 6668899 h 6670098"/>
              <a:gd name="connsiteX19" fmla="*/ 1901501 w 7722476"/>
              <a:gd name="connsiteY19" fmla="*/ 6438311 h 6670098"/>
              <a:gd name="connsiteX20" fmla="*/ 883734 w 7722476"/>
              <a:gd name="connsiteY20" fmla="*/ 5603424 h 6670098"/>
              <a:gd name="connsiteX21" fmla="*/ 207873 w 7722476"/>
              <a:gd name="connsiteY21" fmla="*/ 4561803 h 6670098"/>
              <a:gd name="connsiteX22" fmla="*/ 9091 w 7722476"/>
              <a:gd name="connsiteY22" fmla="*/ 3122617 h 6670098"/>
              <a:gd name="connsiteX23" fmla="*/ 56798 w 7722476"/>
              <a:gd name="connsiteY23" fmla="*/ 1953776 h 6670098"/>
              <a:gd name="connsiteX24" fmla="*/ 261822 w 7722476"/>
              <a:gd name="connsiteY24" fmla="*/ 845637 h 6670098"/>
              <a:gd name="connsiteX25" fmla="*/ 963247 w 7722476"/>
              <a:gd name="connsiteY25" fmla="*/ 228343 h 6670098"/>
              <a:gd name="connsiteX26" fmla="*/ 1885598 w 7722476"/>
              <a:gd name="connsiteY26" fmla="*/ 20155 h 6670098"/>
              <a:gd name="connsiteX27" fmla="*/ 2668588 w 7722476"/>
              <a:gd name="connsiteY27" fmla="*/ 6989 h 6670098"/>
              <a:gd name="connsiteX28" fmla="*/ 3815457 w 7722476"/>
              <a:gd name="connsiteY28" fmla="*/ 10322 h 6670098"/>
              <a:gd name="connsiteX29" fmla="*/ 4636750 w 7722476"/>
              <a:gd name="connsiteY29" fmla="*/ 244245 h 6670098"/>
              <a:gd name="connsiteX30" fmla="*/ 5026364 w 7722476"/>
              <a:gd name="connsiteY30" fmla="*/ 959863 h 6670098"/>
              <a:gd name="connsiteX0" fmla="*/ 5026364 w 7724434"/>
              <a:gd name="connsiteY0" fmla="*/ 959863 h 6670098"/>
              <a:gd name="connsiteX1" fmla="*/ 4652652 w 7724434"/>
              <a:gd name="connsiteY1" fmla="*/ 1484649 h 6670098"/>
              <a:gd name="connsiteX2" fmla="*/ 3881376 w 7724434"/>
              <a:gd name="connsiteY2" fmla="*/ 1580064 h 6670098"/>
              <a:gd name="connsiteX3" fmla="*/ 3141905 w 7724434"/>
              <a:gd name="connsiteY3" fmla="*/ 1739090 h 6670098"/>
              <a:gd name="connsiteX4" fmla="*/ 2473995 w 7724434"/>
              <a:gd name="connsiteY4" fmla="*/ 2303633 h 6670098"/>
              <a:gd name="connsiteX5" fmla="*/ 1957160 w 7724434"/>
              <a:gd name="connsiteY5" fmla="*/ 3138520 h 6670098"/>
              <a:gd name="connsiteX6" fmla="*/ 2153207 w 7724434"/>
              <a:gd name="connsiteY6" fmla="*/ 3869441 h 6670098"/>
              <a:gd name="connsiteX7" fmla="*/ 2887464 w 7724434"/>
              <a:gd name="connsiteY7" fmla="*/ 4326855 h 6670098"/>
              <a:gd name="connsiteX8" fmla="*/ 3684474 w 7724434"/>
              <a:gd name="connsiteY8" fmla="*/ 4369775 h 6670098"/>
              <a:gd name="connsiteX9" fmla="*/ 4439849 w 7724434"/>
              <a:gd name="connsiteY9" fmla="*/ 4649438 h 6670098"/>
              <a:gd name="connsiteX10" fmla="*/ 5491642 w 7724434"/>
              <a:gd name="connsiteY10" fmla="*/ 5375744 h 6670098"/>
              <a:gd name="connsiteX11" fmla="*/ 7144082 w 7724434"/>
              <a:gd name="connsiteY11" fmla="*/ 5673054 h 6670098"/>
              <a:gd name="connsiteX12" fmla="*/ 7557037 w 7724434"/>
              <a:gd name="connsiteY12" fmla="*/ 5810708 h 6670098"/>
              <a:gd name="connsiteX13" fmla="*/ 7721258 w 7724434"/>
              <a:gd name="connsiteY13" fmla="*/ 6145994 h 6670098"/>
              <a:gd name="connsiteX14" fmla="*/ 7429218 w 7724434"/>
              <a:gd name="connsiteY14" fmla="*/ 6498966 h 6670098"/>
              <a:gd name="connsiteX15" fmla="*/ 6878610 w 7724434"/>
              <a:gd name="connsiteY15" fmla="*/ 6528463 h 6670098"/>
              <a:gd name="connsiteX16" fmla="*/ 5187463 w 7724434"/>
              <a:gd name="connsiteY16" fmla="*/ 6400642 h 6670098"/>
              <a:gd name="connsiteX17" fmla="*/ 4037751 w 7724434"/>
              <a:gd name="connsiteY17" fmla="*/ 6523297 h 6670098"/>
              <a:gd name="connsiteX18" fmla="*/ 3038538 w 7724434"/>
              <a:gd name="connsiteY18" fmla="*/ 6668899 h 6670098"/>
              <a:gd name="connsiteX19" fmla="*/ 1901501 w 7724434"/>
              <a:gd name="connsiteY19" fmla="*/ 6438311 h 6670098"/>
              <a:gd name="connsiteX20" fmla="*/ 883734 w 7724434"/>
              <a:gd name="connsiteY20" fmla="*/ 5603424 h 6670098"/>
              <a:gd name="connsiteX21" fmla="*/ 207873 w 7724434"/>
              <a:gd name="connsiteY21" fmla="*/ 4561803 h 6670098"/>
              <a:gd name="connsiteX22" fmla="*/ 9091 w 7724434"/>
              <a:gd name="connsiteY22" fmla="*/ 3122617 h 6670098"/>
              <a:gd name="connsiteX23" fmla="*/ 56798 w 7724434"/>
              <a:gd name="connsiteY23" fmla="*/ 1953776 h 6670098"/>
              <a:gd name="connsiteX24" fmla="*/ 261822 w 7724434"/>
              <a:gd name="connsiteY24" fmla="*/ 845637 h 6670098"/>
              <a:gd name="connsiteX25" fmla="*/ 963247 w 7724434"/>
              <a:gd name="connsiteY25" fmla="*/ 228343 h 6670098"/>
              <a:gd name="connsiteX26" fmla="*/ 1885598 w 7724434"/>
              <a:gd name="connsiteY26" fmla="*/ 20155 h 6670098"/>
              <a:gd name="connsiteX27" fmla="*/ 2668588 w 7724434"/>
              <a:gd name="connsiteY27" fmla="*/ 6989 h 6670098"/>
              <a:gd name="connsiteX28" fmla="*/ 3815457 w 7724434"/>
              <a:gd name="connsiteY28" fmla="*/ 10322 h 6670098"/>
              <a:gd name="connsiteX29" fmla="*/ 4636750 w 7724434"/>
              <a:gd name="connsiteY29" fmla="*/ 244245 h 6670098"/>
              <a:gd name="connsiteX30" fmla="*/ 5026364 w 7724434"/>
              <a:gd name="connsiteY30" fmla="*/ 959863 h 667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724434" h="6670098">
                <a:moveTo>
                  <a:pt x="5026364" y="959863"/>
                </a:moveTo>
                <a:cubicBezTo>
                  <a:pt x="5029014" y="1166597"/>
                  <a:pt x="4843483" y="1381282"/>
                  <a:pt x="4652652" y="1484649"/>
                </a:cubicBezTo>
                <a:cubicBezTo>
                  <a:pt x="4461821" y="1588016"/>
                  <a:pt x="4133167" y="1537657"/>
                  <a:pt x="3881376" y="1580064"/>
                </a:cubicBezTo>
                <a:cubicBezTo>
                  <a:pt x="3629585" y="1622471"/>
                  <a:pt x="3376468" y="1618495"/>
                  <a:pt x="3141905" y="1739090"/>
                </a:cubicBezTo>
                <a:cubicBezTo>
                  <a:pt x="2907342" y="1859685"/>
                  <a:pt x="2671452" y="2070395"/>
                  <a:pt x="2473995" y="2303633"/>
                </a:cubicBezTo>
                <a:cubicBezTo>
                  <a:pt x="2276538" y="2536871"/>
                  <a:pt x="2010625" y="2877552"/>
                  <a:pt x="1957160" y="3138520"/>
                </a:cubicBezTo>
                <a:cubicBezTo>
                  <a:pt x="1903695" y="3399488"/>
                  <a:pt x="1998156" y="3671385"/>
                  <a:pt x="2153207" y="3869441"/>
                </a:cubicBezTo>
                <a:cubicBezTo>
                  <a:pt x="2308258" y="4067497"/>
                  <a:pt x="2504434" y="4292627"/>
                  <a:pt x="2887464" y="4326855"/>
                </a:cubicBezTo>
                <a:cubicBezTo>
                  <a:pt x="3270494" y="4361083"/>
                  <a:pt x="3425743" y="4316011"/>
                  <a:pt x="3684474" y="4369775"/>
                </a:cubicBezTo>
                <a:cubicBezTo>
                  <a:pt x="3943205" y="4423539"/>
                  <a:pt x="4138654" y="4481777"/>
                  <a:pt x="4439849" y="4649438"/>
                </a:cubicBezTo>
                <a:cubicBezTo>
                  <a:pt x="4741044" y="4817099"/>
                  <a:pt x="5040937" y="5205141"/>
                  <a:pt x="5491642" y="5375744"/>
                </a:cubicBezTo>
                <a:cubicBezTo>
                  <a:pt x="5942348" y="5546347"/>
                  <a:pt x="6806404" y="5594005"/>
                  <a:pt x="7144082" y="5673054"/>
                </a:cubicBezTo>
                <a:cubicBezTo>
                  <a:pt x="7481760" y="5752103"/>
                  <a:pt x="7460841" y="5731885"/>
                  <a:pt x="7557037" y="5810708"/>
                </a:cubicBezTo>
                <a:cubicBezTo>
                  <a:pt x="7653233" y="5889531"/>
                  <a:pt x="7742561" y="6031284"/>
                  <a:pt x="7721258" y="6145994"/>
                </a:cubicBezTo>
                <a:cubicBezTo>
                  <a:pt x="7699955" y="6260704"/>
                  <a:pt x="7569659" y="6435221"/>
                  <a:pt x="7429218" y="6498966"/>
                </a:cubicBezTo>
                <a:cubicBezTo>
                  <a:pt x="7288777" y="6562711"/>
                  <a:pt x="7240765" y="6531741"/>
                  <a:pt x="6878610" y="6528463"/>
                </a:cubicBezTo>
                <a:cubicBezTo>
                  <a:pt x="6516455" y="6525185"/>
                  <a:pt x="5615056" y="6360535"/>
                  <a:pt x="5187463" y="6400642"/>
                </a:cubicBezTo>
                <a:lnTo>
                  <a:pt x="4037751" y="6523297"/>
                </a:lnTo>
                <a:cubicBezTo>
                  <a:pt x="3679597" y="6568006"/>
                  <a:pt x="3394580" y="6683063"/>
                  <a:pt x="3038538" y="6668899"/>
                </a:cubicBezTo>
                <a:cubicBezTo>
                  <a:pt x="2682496" y="6654735"/>
                  <a:pt x="2260635" y="6615890"/>
                  <a:pt x="1901501" y="6438311"/>
                </a:cubicBezTo>
                <a:cubicBezTo>
                  <a:pt x="1542367" y="6260732"/>
                  <a:pt x="1166005" y="5916175"/>
                  <a:pt x="883734" y="5603424"/>
                </a:cubicBezTo>
                <a:cubicBezTo>
                  <a:pt x="601463" y="5290673"/>
                  <a:pt x="353647" y="4975271"/>
                  <a:pt x="207873" y="4561803"/>
                </a:cubicBezTo>
                <a:cubicBezTo>
                  <a:pt x="62099" y="4148335"/>
                  <a:pt x="34270" y="3557288"/>
                  <a:pt x="9091" y="3122617"/>
                </a:cubicBezTo>
                <a:cubicBezTo>
                  <a:pt x="-16088" y="2687946"/>
                  <a:pt x="14676" y="2333273"/>
                  <a:pt x="56798" y="1953776"/>
                </a:cubicBezTo>
                <a:cubicBezTo>
                  <a:pt x="98920" y="1574279"/>
                  <a:pt x="110747" y="1133209"/>
                  <a:pt x="261822" y="845637"/>
                </a:cubicBezTo>
                <a:cubicBezTo>
                  <a:pt x="412897" y="558065"/>
                  <a:pt x="692618" y="365923"/>
                  <a:pt x="963247" y="228343"/>
                </a:cubicBezTo>
                <a:cubicBezTo>
                  <a:pt x="1233876" y="90763"/>
                  <a:pt x="1601375" y="57047"/>
                  <a:pt x="1885598" y="20155"/>
                </a:cubicBezTo>
                <a:cubicBezTo>
                  <a:pt x="2169822" y="-16737"/>
                  <a:pt x="2346945" y="8628"/>
                  <a:pt x="2668588" y="6989"/>
                </a:cubicBezTo>
                <a:cubicBezTo>
                  <a:pt x="2990231" y="5350"/>
                  <a:pt x="3484153" y="-9556"/>
                  <a:pt x="3815457" y="10322"/>
                </a:cubicBezTo>
                <a:cubicBezTo>
                  <a:pt x="4146761" y="30200"/>
                  <a:pt x="4434932" y="85988"/>
                  <a:pt x="4636750" y="244245"/>
                </a:cubicBezTo>
                <a:cubicBezTo>
                  <a:pt x="4838568" y="402502"/>
                  <a:pt x="5023714" y="753129"/>
                  <a:pt x="5026364" y="959863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0D314E-9FDC-4F21-AFC3-5BD66D26D9BD}"/>
              </a:ext>
            </a:extLst>
          </p:cNvPr>
          <p:cNvSpPr/>
          <p:nvPr/>
        </p:nvSpPr>
        <p:spPr>
          <a:xfrm>
            <a:off x="7709461" y="629265"/>
            <a:ext cx="1994515" cy="1946787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AAE16-1298-4077-A3CC-58F3B47F2177}"/>
              </a:ext>
            </a:extLst>
          </p:cNvPr>
          <p:cNvSpPr txBox="1"/>
          <p:nvPr/>
        </p:nvSpPr>
        <p:spPr>
          <a:xfrm>
            <a:off x="1801374" y="383884"/>
            <a:ext cx="3099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3600" b="1" dirty="0">
                <a:latin typeface="Corbel" panose="020B0503020204020204" pitchFamily="34" charset="0"/>
              </a:rPr>
              <a:t>Various levels of smoking</a:t>
            </a:r>
            <a:endParaRPr lang="en-GB" sz="3600" b="1" dirty="0">
              <a:latin typeface="Corbel" panose="020B05030202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94563-136D-4441-BEAD-8909B65DD29B}"/>
              </a:ext>
            </a:extLst>
          </p:cNvPr>
          <p:cNvSpPr txBox="1"/>
          <p:nvPr/>
        </p:nvSpPr>
        <p:spPr>
          <a:xfrm>
            <a:off x="7512100" y="895559"/>
            <a:ext cx="2389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3600" b="1" dirty="0">
                <a:latin typeface="Corbel" panose="020B0503020204020204" pitchFamily="34" charset="0"/>
              </a:rPr>
              <a:t>Non-smoking</a:t>
            </a:r>
            <a:endParaRPr lang="en-GB" sz="3600" b="1" dirty="0"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B2350-654F-41F1-9B5E-74379B4149E4}"/>
              </a:ext>
            </a:extLst>
          </p:cNvPr>
          <p:cNvSpPr txBox="1"/>
          <p:nvPr/>
        </p:nvSpPr>
        <p:spPr>
          <a:xfrm>
            <a:off x="7709710" y="4594964"/>
            <a:ext cx="2389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b="1" dirty="0">
                <a:latin typeface="Corbel" panose="020B0503020204020204" pitchFamily="34" charset="0"/>
              </a:rPr>
              <a:t>Aggressive  lung cancer</a:t>
            </a:r>
            <a:endParaRPr lang="en-GB" sz="2800" b="1" dirty="0">
              <a:latin typeface="Corbel" panose="020B0503020204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D8C46A-85C7-4306-9219-2A14AA5E741B}"/>
              </a:ext>
            </a:extLst>
          </p:cNvPr>
          <p:cNvCxnSpPr>
            <a:cxnSpLocks/>
          </p:cNvCxnSpPr>
          <p:nvPr/>
        </p:nvCxnSpPr>
        <p:spPr>
          <a:xfrm flipH="1">
            <a:off x="8387166" y="5588557"/>
            <a:ext cx="319552" cy="36609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AEF8943-D311-4704-BB85-A1F44FA5E686}"/>
              </a:ext>
            </a:extLst>
          </p:cNvPr>
          <p:cNvSpPr/>
          <p:nvPr/>
        </p:nvSpPr>
        <p:spPr>
          <a:xfrm>
            <a:off x="3770136" y="769181"/>
            <a:ext cx="7306806" cy="3789280"/>
          </a:xfrm>
          <a:custGeom>
            <a:avLst/>
            <a:gdLst>
              <a:gd name="connsiteX0" fmla="*/ 2997080 w 7348169"/>
              <a:gd name="connsiteY0" fmla="*/ 176840 h 3727064"/>
              <a:gd name="connsiteX1" fmla="*/ 3410035 w 7348169"/>
              <a:gd name="connsiteY1" fmla="*/ 19524 h 3727064"/>
              <a:gd name="connsiteX2" fmla="*/ 3567351 w 7348169"/>
              <a:gd name="connsiteY2" fmla="*/ 570130 h 3727064"/>
              <a:gd name="connsiteX3" fmla="*/ 3449364 w 7348169"/>
              <a:gd name="connsiteY3" fmla="*/ 1455034 h 3727064"/>
              <a:gd name="connsiteX4" fmla="*/ 4019635 w 7348169"/>
              <a:gd name="connsiteY4" fmla="*/ 2261279 h 3727064"/>
              <a:gd name="connsiteX5" fmla="*/ 5052022 w 7348169"/>
              <a:gd name="connsiteY5" fmla="*/ 2418595 h 3727064"/>
              <a:gd name="connsiteX6" fmla="*/ 5946757 w 7348169"/>
              <a:gd name="connsiteY6" fmla="*/ 1985975 h 3727064"/>
              <a:gd name="connsiteX7" fmla="*/ 6664512 w 7348169"/>
              <a:gd name="connsiteY7" fmla="*/ 992917 h 3727064"/>
              <a:gd name="connsiteX8" fmla="*/ 7087299 w 7348169"/>
              <a:gd name="connsiteY8" fmla="*/ 924092 h 3727064"/>
              <a:gd name="connsiteX9" fmla="*/ 7254447 w 7348169"/>
              <a:gd name="connsiteY9" fmla="*/ 1553356 h 3727064"/>
              <a:gd name="connsiteX10" fmla="*/ 7264280 w 7348169"/>
              <a:gd name="connsiteY10" fmla="*/ 1671343 h 3727064"/>
              <a:gd name="connsiteX11" fmla="*/ 7342938 w 7348169"/>
              <a:gd name="connsiteY11" fmla="*/ 2585743 h 3727064"/>
              <a:gd name="connsiteX12" fmla="*/ 7097131 w 7348169"/>
              <a:gd name="connsiteY12" fmla="*/ 3254337 h 3727064"/>
              <a:gd name="connsiteX13" fmla="*/ 6163067 w 7348169"/>
              <a:gd name="connsiteY13" fmla="*/ 3598466 h 3727064"/>
              <a:gd name="connsiteX14" fmla="*/ 4914370 w 7348169"/>
              <a:gd name="connsiteY14" fmla="*/ 3726285 h 3727064"/>
              <a:gd name="connsiteX15" fmla="*/ 4176951 w 7348169"/>
              <a:gd name="connsiteY15" fmla="*/ 3549305 h 3727064"/>
              <a:gd name="connsiteX16" fmla="*/ 2721777 w 7348169"/>
              <a:gd name="connsiteY16" fmla="*/ 3067524 h 3727064"/>
              <a:gd name="connsiteX17" fmla="*/ 1954860 w 7348169"/>
              <a:gd name="connsiteY17" fmla="*/ 2693898 h 3727064"/>
              <a:gd name="connsiteX18" fmla="*/ 961802 w 7348169"/>
              <a:gd name="connsiteY18" fmla="*/ 2880711 h 3727064"/>
              <a:gd name="connsiteX19" fmla="*/ 961802 w 7348169"/>
              <a:gd name="connsiteY19" fmla="*/ 2880711 h 3727064"/>
              <a:gd name="connsiteX20" fmla="*/ 116228 w 7348169"/>
              <a:gd name="connsiteY20" fmla="*/ 2536582 h 3727064"/>
              <a:gd name="connsiteX21" fmla="*/ 263712 w 7348169"/>
              <a:gd name="connsiteY21" fmla="*/ 1828659 h 3727064"/>
              <a:gd name="connsiteX22" fmla="*/ 2456306 w 7348169"/>
              <a:gd name="connsiteY22" fmla="*/ 1484530 h 3727064"/>
              <a:gd name="connsiteX23" fmla="*/ 2456306 w 7348169"/>
              <a:gd name="connsiteY23" fmla="*/ 1484530 h 3727064"/>
              <a:gd name="connsiteX24" fmla="*/ 2997080 w 7348169"/>
              <a:gd name="connsiteY24" fmla="*/ 176840 h 3727064"/>
              <a:gd name="connsiteX0" fmla="*/ 2997080 w 7348169"/>
              <a:gd name="connsiteY0" fmla="*/ 176840 h 3795113"/>
              <a:gd name="connsiteX1" fmla="*/ 3410035 w 7348169"/>
              <a:gd name="connsiteY1" fmla="*/ 19524 h 3795113"/>
              <a:gd name="connsiteX2" fmla="*/ 3567351 w 7348169"/>
              <a:gd name="connsiteY2" fmla="*/ 570130 h 3795113"/>
              <a:gd name="connsiteX3" fmla="*/ 3449364 w 7348169"/>
              <a:gd name="connsiteY3" fmla="*/ 1455034 h 3795113"/>
              <a:gd name="connsiteX4" fmla="*/ 4019635 w 7348169"/>
              <a:gd name="connsiteY4" fmla="*/ 2261279 h 3795113"/>
              <a:gd name="connsiteX5" fmla="*/ 5052022 w 7348169"/>
              <a:gd name="connsiteY5" fmla="*/ 2418595 h 3795113"/>
              <a:gd name="connsiteX6" fmla="*/ 5946757 w 7348169"/>
              <a:gd name="connsiteY6" fmla="*/ 1985975 h 3795113"/>
              <a:gd name="connsiteX7" fmla="*/ 6664512 w 7348169"/>
              <a:gd name="connsiteY7" fmla="*/ 992917 h 3795113"/>
              <a:gd name="connsiteX8" fmla="*/ 7087299 w 7348169"/>
              <a:gd name="connsiteY8" fmla="*/ 924092 h 3795113"/>
              <a:gd name="connsiteX9" fmla="*/ 7254447 w 7348169"/>
              <a:gd name="connsiteY9" fmla="*/ 1553356 h 3795113"/>
              <a:gd name="connsiteX10" fmla="*/ 7264280 w 7348169"/>
              <a:gd name="connsiteY10" fmla="*/ 1671343 h 3795113"/>
              <a:gd name="connsiteX11" fmla="*/ 7342938 w 7348169"/>
              <a:gd name="connsiteY11" fmla="*/ 2585743 h 3795113"/>
              <a:gd name="connsiteX12" fmla="*/ 7097131 w 7348169"/>
              <a:gd name="connsiteY12" fmla="*/ 3254337 h 3795113"/>
              <a:gd name="connsiteX13" fmla="*/ 6163067 w 7348169"/>
              <a:gd name="connsiteY13" fmla="*/ 3598466 h 3795113"/>
              <a:gd name="connsiteX14" fmla="*/ 4914370 w 7348169"/>
              <a:gd name="connsiteY14" fmla="*/ 3726285 h 3795113"/>
              <a:gd name="connsiteX15" fmla="*/ 3596848 w 7348169"/>
              <a:gd name="connsiteY15" fmla="*/ 3745950 h 3795113"/>
              <a:gd name="connsiteX16" fmla="*/ 2721777 w 7348169"/>
              <a:gd name="connsiteY16" fmla="*/ 3067524 h 3795113"/>
              <a:gd name="connsiteX17" fmla="*/ 1954860 w 7348169"/>
              <a:gd name="connsiteY17" fmla="*/ 2693898 h 3795113"/>
              <a:gd name="connsiteX18" fmla="*/ 961802 w 7348169"/>
              <a:gd name="connsiteY18" fmla="*/ 2880711 h 3795113"/>
              <a:gd name="connsiteX19" fmla="*/ 961802 w 7348169"/>
              <a:gd name="connsiteY19" fmla="*/ 2880711 h 3795113"/>
              <a:gd name="connsiteX20" fmla="*/ 116228 w 7348169"/>
              <a:gd name="connsiteY20" fmla="*/ 2536582 h 3795113"/>
              <a:gd name="connsiteX21" fmla="*/ 263712 w 7348169"/>
              <a:gd name="connsiteY21" fmla="*/ 1828659 h 3795113"/>
              <a:gd name="connsiteX22" fmla="*/ 2456306 w 7348169"/>
              <a:gd name="connsiteY22" fmla="*/ 1484530 h 3795113"/>
              <a:gd name="connsiteX23" fmla="*/ 2456306 w 7348169"/>
              <a:gd name="connsiteY23" fmla="*/ 1484530 h 3795113"/>
              <a:gd name="connsiteX24" fmla="*/ 2997080 w 7348169"/>
              <a:gd name="connsiteY24" fmla="*/ 176840 h 3795113"/>
              <a:gd name="connsiteX0" fmla="*/ 2997080 w 7348169"/>
              <a:gd name="connsiteY0" fmla="*/ 176840 h 3795113"/>
              <a:gd name="connsiteX1" fmla="*/ 3410035 w 7348169"/>
              <a:gd name="connsiteY1" fmla="*/ 19524 h 3795113"/>
              <a:gd name="connsiteX2" fmla="*/ 3567351 w 7348169"/>
              <a:gd name="connsiteY2" fmla="*/ 570130 h 3795113"/>
              <a:gd name="connsiteX3" fmla="*/ 3449364 w 7348169"/>
              <a:gd name="connsiteY3" fmla="*/ 1455034 h 3795113"/>
              <a:gd name="connsiteX4" fmla="*/ 4019635 w 7348169"/>
              <a:gd name="connsiteY4" fmla="*/ 2261279 h 3795113"/>
              <a:gd name="connsiteX5" fmla="*/ 5052022 w 7348169"/>
              <a:gd name="connsiteY5" fmla="*/ 2418595 h 3795113"/>
              <a:gd name="connsiteX6" fmla="*/ 5946757 w 7348169"/>
              <a:gd name="connsiteY6" fmla="*/ 1985975 h 3795113"/>
              <a:gd name="connsiteX7" fmla="*/ 6664512 w 7348169"/>
              <a:gd name="connsiteY7" fmla="*/ 992917 h 3795113"/>
              <a:gd name="connsiteX8" fmla="*/ 7087299 w 7348169"/>
              <a:gd name="connsiteY8" fmla="*/ 924092 h 3795113"/>
              <a:gd name="connsiteX9" fmla="*/ 7254447 w 7348169"/>
              <a:gd name="connsiteY9" fmla="*/ 1553356 h 3795113"/>
              <a:gd name="connsiteX10" fmla="*/ 7264280 w 7348169"/>
              <a:gd name="connsiteY10" fmla="*/ 1671343 h 3795113"/>
              <a:gd name="connsiteX11" fmla="*/ 7342938 w 7348169"/>
              <a:gd name="connsiteY11" fmla="*/ 2585743 h 3795113"/>
              <a:gd name="connsiteX12" fmla="*/ 7097131 w 7348169"/>
              <a:gd name="connsiteY12" fmla="*/ 3254337 h 3795113"/>
              <a:gd name="connsiteX13" fmla="*/ 6163067 w 7348169"/>
              <a:gd name="connsiteY13" fmla="*/ 3598466 h 3795113"/>
              <a:gd name="connsiteX14" fmla="*/ 4914370 w 7348169"/>
              <a:gd name="connsiteY14" fmla="*/ 3726285 h 3795113"/>
              <a:gd name="connsiteX15" fmla="*/ 3596848 w 7348169"/>
              <a:gd name="connsiteY15" fmla="*/ 3745950 h 3795113"/>
              <a:gd name="connsiteX16" fmla="*/ 2721777 w 7348169"/>
              <a:gd name="connsiteY16" fmla="*/ 3067524 h 3795113"/>
              <a:gd name="connsiteX17" fmla="*/ 1954860 w 7348169"/>
              <a:gd name="connsiteY17" fmla="*/ 2693898 h 3795113"/>
              <a:gd name="connsiteX18" fmla="*/ 961802 w 7348169"/>
              <a:gd name="connsiteY18" fmla="*/ 2880711 h 3795113"/>
              <a:gd name="connsiteX19" fmla="*/ 961802 w 7348169"/>
              <a:gd name="connsiteY19" fmla="*/ 2880711 h 3795113"/>
              <a:gd name="connsiteX20" fmla="*/ 116228 w 7348169"/>
              <a:gd name="connsiteY20" fmla="*/ 2703730 h 3795113"/>
              <a:gd name="connsiteX21" fmla="*/ 263712 w 7348169"/>
              <a:gd name="connsiteY21" fmla="*/ 1828659 h 3795113"/>
              <a:gd name="connsiteX22" fmla="*/ 2456306 w 7348169"/>
              <a:gd name="connsiteY22" fmla="*/ 1484530 h 3795113"/>
              <a:gd name="connsiteX23" fmla="*/ 2456306 w 7348169"/>
              <a:gd name="connsiteY23" fmla="*/ 1484530 h 3795113"/>
              <a:gd name="connsiteX24" fmla="*/ 2997080 w 7348169"/>
              <a:gd name="connsiteY24" fmla="*/ 176840 h 3795113"/>
              <a:gd name="connsiteX0" fmla="*/ 2997080 w 7348169"/>
              <a:gd name="connsiteY0" fmla="*/ 176840 h 3795113"/>
              <a:gd name="connsiteX1" fmla="*/ 3410035 w 7348169"/>
              <a:gd name="connsiteY1" fmla="*/ 19524 h 3795113"/>
              <a:gd name="connsiteX2" fmla="*/ 3567351 w 7348169"/>
              <a:gd name="connsiteY2" fmla="*/ 570130 h 3795113"/>
              <a:gd name="connsiteX3" fmla="*/ 3449364 w 7348169"/>
              <a:gd name="connsiteY3" fmla="*/ 1455034 h 3795113"/>
              <a:gd name="connsiteX4" fmla="*/ 4019635 w 7348169"/>
              <a:gd name="connsiteY4" fmla="*/ 2261279 h 3795113"/>
              <a:gd name="connsiteX5" fmla="*/ 5052022 w 7348169"/>
              <a:gd name="connsiteY5" fmla="*/ 2418595 h 3795113"/>
              <a:gd name="connsiteX6" fmla="*/ 5946757 w 7348169"/>
              <a:gd name="connsiteY6" fmla="*/ 1985975 h 3795113"/>
              <a:gd name="connsiteX7" fmla="*/ 6664512 w 7348169"/>
              <a:gd name="connsiteY7" fmla="*/ 992917 h 3795113"/>
              <a:gd name="connsiteX8" fmla="*/ 7087299 w 7348169"/>
              <a:gd name="connsiteY8" fmla="*/ 924092 h 3795113"/>
              <a:gd name="connsiteX9" fmla="*/ 7254447 w 7348169"/>
              <a:gd name="connsiteY9" fmla="*/ 1553356 h 3795113"/>
              <a:gd name="connsiteX10" fmla="*/ 7264280 w 7348169"/>
              <a:gd name="connsiteY10" fmla="*/ 1671343 h 3795113"/>
              <a:gd name="connsiteX11" fmla="*/ 7342938 w 7348169"/>
              <a:gd name="connsiteY11" fmla="*/ 2585743 h 3795113"/>
              <a:gd name="connsiteX12" fmla="*/ 7097131 w 7348169"/>
              <a:gd name="connsiteY12" fmla="*/ 3254337 h 3795113"/>
              <a:gd name="connsiteX13" fmla="*/ 6163067 w 7348169"/>
              <a:gd name="connsiteY13" fmla="*/ 3598466 h 3795113"/>
              <a:gd name="connsiteX14" fmla="*/ 4914370 w 7348169"/>
              <a:gd name="connsiteY14" fmla="*/ 3726285 h 3795113"/>
              <a:gd name="connsiteX15" fmla="*/ 3596848 w 7348169"/>
              <a:gd name="connsiteY15" fmla="*/ 3745950 h 3795113"/>
              <a:gd name="connsiteX16" fmla="*/ 2721777 w 7348169"/>
              <a:gd name="connsiteY16" fmla="*/ 3067524 h 3795113"/>
              <a:gd name="connsiteX17" fmla="*/ 1954860 w 7348169"/>
              <a:gd name="connsiteY17" fmla="*/ 2693898 h 3795113"/>
              <a:gd name="connsiteX18" fmla="*/ 961802 w 7348169"/>
              <a:gd name="connsiteY18" fmla="*/ 2880711 h 3795113"/>
              <a:gd name="connsiteX19" fmla="*/ 961802 w 7348169"/>
              <a:gd name="connsiteY19" fmla="*/ 2880711 h 3795113"/>
              <a:gd name="connsiteX20" fmla="*/ 116228 w 7348169"/>
              <a:gd name="connsiteY20" fmla="*/ 2703730 h 3795113"/>
              <a:gd name="connsiteX21" fmla="*/ 263712 w 7348169"/>
              <a:gd name="connsiteY21" fmla="*/ 1828659 h 3795113"/>
              <a:gd name="connsiteX22" fmla="*/ 2456306 w 7348169"/>
              <a:gd name="connsiteY22" fmla="*/ 1484530 h 3795113"/>
              <a:gd name="connsiteX23" fmla="*/ 2318654 w 7348169"/>
              <a:gd name="connsiteY23" fmla="*/ 1337046 h 3795113"/>
              <a:gd name="connsiteX24" fmla="*/ 2997080 w 7348169"/>
              <a:gd name="connsiteY24" fmla="*/ 176840 h 3795113"/>
              <a:gd name="connsiteX0" fmla="*/ 2997080 w 7348169"/>
              <a:gd name="connsiteY0" fmla="*/ 176840 h 3795113"/>
              <a:gd name="connsiteX1" fmla="*/ 3410035 w 7348169"/>
              <a:gd name="connsiteY1" fmla="*/ 19524 h 3795113"/>
              <a:gd name="connsiteX2" fmla="*/ 3567351 w 7348169"/>
              <a:gd name="connsiteY2" fmla="*/ 570130 h 3795113"/>
              <a:gd name="connsiteX3" fmla="*/ 3449364 w 7348169"/>
              <a:gd name="connsiteY3" fmla="*/ 1455034 h 3795113"/>
              <a:gd name="connsiteX4" fmla="*/ 4019635 w 7348169"/>
              <a:gd name="connsiteY4" fmla="*/ 2261279 h 3795113"/>
              <a:gd name="connsiteX5" fmla="*/ 5052022 w 7348169"/>
              <a:gd name="connsiteY5" fmla="*/ 2418595 h 3795113"/>
              <a:gd name="connsiteX6" fmla="*/ 5946757 w 7348169"/>
              <a:gd name="connsiteY6" fmla="*/ 1985975 h 3795113"/>
              <a:gd name="connsiteX7" fmla="*/ 6664512 w 7348169"/>
              <a:gd name="connsiteY7" fmla="*/ 992917 h 3795113"/>
              <a:gd name="connsiteX8" fmla="*/ 7087299 w 7348169"/>
              <a:gd name="connsiteY8" fmla="*/ 924092 h 3795113"/>
              <a:gd name="connsiteX9" fmla="*/ 7254447 w 7348169"/>
              <a:gd name="connsiteY9" fmla="*/ 1553356 h 3795113"/>
              <a:gd name="connsiteX10" fmla="*/ 7264280 w 7348169"/>
              <a:gd name="connsiteY10" fmla="*/ 1671343 h 3795113"/>
              <a:gd name="connsiteX11" fmla="*/ 7342938 w 7348169"/>
              <a:gd name="connsiteY11" fmla="*/ 2585743 h 3795113"/>
              <a:gd name="connsiteX12" fmla="*/ 7097131 w 7348169"/>
              <a:gd name="connsiteY12" fmla="*/ 3254337 h 3795113"/>
              <a:gd name="connsiteX13" fmla="*/ 6163067 w 7348169"/>
              <a:gd name="connsiteY13" fmla="*/ 3598466 h 3795113"/>
              <a:gd name="connsiteX14" fmla="*/ 4914370 w 7348169"/>
              <a:gd name="connsiteY14" fmla="*/ 3726285 h 3795113"/>
              <a:gd name="connsiteX15" fmla="*/ 3596848 w 7348169"/>
              <a:gd name="connsiteY15" fmla="*/ 3745950 h 3795113"/>
              <a:gd name="connsiteX16" fmla="*/ 2721777 w 7348169"/>
              <a:gd name="connsiteY16" fmla="*/ 3067524 h 3795113"/>
              <a:gd name="connsiteX17" fmla="*/ 1954860 w 7348169"/>
              <a:gd name="connsiteY17" fmla="*/ 2693898 h 3795113"/>
              <a:gd name="connsiteX18" fmla="*/ 961802 w 7348169"/>
              <a:gd name="connsiteY18" fmla="*/ 2880711 h 3795113"/>
              <a:gd name="connsiteX19" fmla="*/ 961802 w 7348169"/>
              <a:gd name="connsiteY19" fmla="*/ 2880711 h 3795113"/>
              <a:gd name="connsiteX20" fmla="*/ 116228 w 7348169"/>
              <a:gd name="connsiteY20" fmla="*/ 2703730 h 3795113"/>
              <a:gd name="connsiteX21" fmla="*/ 263712 w 7348169"/>
              <a:gd name="connsiteY21" fmla="*/ 1828659 h 3795113"/>
              <a:gd name="connsiteX22" fmla="*/ 2456306 w 7348169"/>
              <a:gd name="connsiteY22" fmla="*/ 1484530 h 3795113"/>
              <a:gd name="connsiteX23" fmla="*/ 2997080 w 7348169"/>
              <a:gd name="connsiteY23" fmla="*/ 176840 h 3795113"/>
              <a:gd name="connsiteX0" fmla="*/ 2997080 w 7348169"/>
              <a:gd name="connsiteY0" fmla="*/ 176840 h 3795113"/>
              <a:gd name="connsiteX1" fmla="*/ 3410035 w 7348169"/>
              <a:gd name="connsiteY1" fmla="*/ 19524 h 3795113"/>
              <a:gd name="connsiteX2" fmla="*/ 3567351 w 7348169"/>
              <a:gd name="connsiteY2" fmla="*/ 570130 h 3795113"/>
              <a:gd name="connsiteX3" fmla="*/ 3449364 w 7348169"/>
              <a:gd name="connsiteY3" fmla="*/ 1455034 h 3795113"/>
              <a:gd name="connsiteX4" fmla="*/ 4019635 w 7348169"/>
              <a:gd name="connsiteY4" fmla="*/ 2261279 h 3795113"/>
              <a:gd name="connsiteX5" fmla="*/ 5052022 w 7348169"/>
              <a:gd name="connsiteY5" fmla="*/ 2418595 h 3795113"/>
              <a:gd name="connsiteX6" fmla="*/ 5946757 w 7348169"/>
              <a:gd name="connsiteY6" fmla="*/ 1985975 h 3795113"/>
              <a:gd name="connsiteX7" fmla="*/ 6664512 w 7348169"/>
              <a:gd name="connsiteY7" fmla="*/ 992917 h 3795113"/>
              <a:gd name="connsiteX8" fmla="*/ 7087299 w 7348169"/>
              <a:gd name="connsiteY8" fmla="*/ 924092 h 3795113"/>
              <a:gd name="connsiteX9" fmla="*/ 7254447 w 7348169"/>
              <a:gd name="connsiteY9" fmla="*/ 1553356 h 3795113"/>
              <a:gd name="connsiteX10" fmla="*/ 7264280 w 7348169"/>
              <a:gd name="connsiteY10" fmla="*/ 1671343 h 3795113"/>
              <a:gd name="connsiteX11" fmla="*/ 7342938 w 7348169"/>
              <a:gd name="connsiteY11" fmla="*/ 2585743 h 3795113"/>
              <a:gd name="connsiteX12" fmla="*/ 7097131 w 7348169"/>
              <a:gd name="connsiteY12" fmla="*/ 3254337 h 3795113"/>
              <a:gd name="connsiteX13" fmla="*/ 6163067 w 7348169"/>
              <a:gd name="connsiteY13" fmla="*/ 3598466 h 3795113"/>
              <a:gd name="connsiteX14" fmla="*/ 4914370 w 7348169"/>
              <a:gd name="connsiteY14" fmla="*/ 3726285 h 3795113"/>
              <a:gd name="connsiteX15" fmla="*/ 3596848 w 7348169"/>
              <a:gd name="connsiteY15" fmla="*/ 3745950 h 3795113"/>
              <a:gd name="connsiteX16" fmla="*/ 2721777 w 7348169"/>
              <a:gd name="connsiteY16" fmla="*/ 3067524 h 3795113"/>
              <a:gd name="connsiteX17" fmla="*/ 1954860 w 7348169"/>
              <a:gd name="connsiteY17" fmla="*/ 2693898 h 3795113"/>
              <a:gd name="connsiteX18" fmla="*/ 961802 w 7348169"/>
              <a:gd name="connsiteY18" fmla="*/ 2880711 h 3795113"/>
              <a:gd name="connsiteX19" fmla="*/ 961802 w 7348169"/>
              <a:gd name="connsiteY19" fmla="*/ 2880711 h 3795113"/>
              <a:gd name="connsiteX20" fmla="*/ 116228 w 7348169"/>
              <a:gd name="connsiteY20" fmla="*/ 2703730 h 3795113"/>
              <a:gd name="connsiteX21" fmla="*/ 263712 w 7348169"/>
              <a:gd name="connsiteY21" fmla="*/ 1828659 h 3795113"/>
              <a:gd name="connsiteX22" fmla="*/ 2456306 w 7348169"/>
              <a:gd name="connsiteY22" fmla="*/ 1484530 h 3795113"/>
              <a:gd name="connsiteX23" fmla="*/ 2997080 w 7348169"/>
              <a:gd name="connsiteY23" fmla="*/ 176840 h 3795113"/>
              <a:gd name="connsiteX0" fmla="*/ 2994089 w 7345178"/>
              <a:gd name="connsiteY0" fmla="*/ 176840 h 3795113"/>
              <a:gd name="connsiteX1" fmla="*/ 3407044 w 7345178"/>
              <a:gd name="connsiteY1" fmla="*/ 19524 h 3795113"/>
              <a:gd name="connsiteX2" fmla="*/ 3564360 w 7345178"/>
              <a:gd name="connsiteY2" fmla="*/ 570130 h 3795113"/>
              <a:gd name="connsiteX3" fmla="*/ 3446373 w 7345178"/>
              <a:gd name="connsiteY3" fmla="*/ 1455034 h 3795113"/>
              <a:gd name="connsiteX4" fmla="*/ 4016644 w 7345178"/>
              <a:gd name="connsiteY4" fmla="*/ 2261279 h 3795113"/>
              <a:gd name="connsiteX5" fmla="*/ 5049031 w 7345178"/>
              <a:gd name="connsiteY5" fmla="*/ 2418595 h 3795113"/>
              <a:gd name="connsiteX6" fmla="*/ 5943766 w 7345178"/>
              <a:gd name="connsiteY6" fmla="*/ 1985975 h 3795113"/>
              <a:gd name="connsiteX7" fmla="*/ 6661521 w 7345178"/>
              <a:gd name="connsiteY7" fmla="*/ 992917 h 3795113"/>
              <a:gd name="connsiteX8" fmla="*/ 7084308 w 7345178"/>
              <a:gd name="connsiteY8" fmla="*/ 924092 h 3795113"/>
              <a:gd name="connsiteX9" fmla="*/ 7251456 w 7345178"/>
              <a:gd name="connsiteY9" fmla="*/ 1553356 h 3795113"/>
              <a:gd name="connsiteX10" fmla="*/ 7261289 w 7345178"/>
              <a:gd name="connsiteY10" fmla="*/ 1671343 h 3795113"/>
              <a:gd name="connsiteX11" fmla="*/ 7339947 w 7345178"/>
              <a:gd name="connsiteY11" fmla="*/ 2585743 h 3795113"/>
              <a:gd name="connsiteX12" fmla="*/ 7094140 w 7345178"/>
              <a:gd name="connsiteY12" fmla="*/ 3254337 h 3795113"/>
              <a:gd name="connsiteX13" fmla="*/ 6160076 w 7345178"/>
              <a:gd name="connsiteY13" fmla="*/ 3598466 h 3795113"/>
              <a:gd name="connsiteX14" fmla="*/ 4911379 w 7345178"/>
              <a:gd name="connsiteY14" fmla="*/ 3726285 h 3795113"/>
              <a:gd name="connsiteX15" fmla="*/ 3593857 w 7345178"/>
              <a:gd name="connsiteY15" fmla="*/ 3745950 h 3795113"/>
              <a:gd name="connsiteX16" fmla="*/ 2718786 w 7345178"/>
              <a:gd name="connsiteY16" fmla="*/ 3067524 h 3795113"/>
              <a:gd name="connsiteX17" fmla="*/ 1951869 w 7345178"/>
              <a:gd name="connsiteY17" fmla="*/ 2693898 h 3795113"/>
              <a:gd name="connsiteX18" fmla="*/ 958811 w 7345178"/>
              <a:gd name="connsiteY18" fmla="*/ 2880711 h 3795113"/>
              <a:gd name="connsiteX19" fmla="*/ 958811 w 7345178"/>
              <a:gd name="connsiteY19" fmla="*/ 2880711 h 3795113"/>
              <a:gd name="connsiteX20" fmla="*/ 113237 w 7345178"/>
              <a:gd name="connsiteY20" fmla="*/ 2703730 h 3795113"/>
              <a:gd name="connsiteX21" fmla="*/ 260721 w 7345178"/>
              <a:gd name="connsiteY21" fmla="*/ 1828659 h 3795113"/>
              <a:gd name="connsiteX22" fmla="*/ 2404153 w 7345178"/>
              <a:gd name="connsiteY22" fmla="*/ 1386207 h 3795113"/>
              <a:gd name="connsiteX23" fmla="*/ 2994089 w 7345178"/>
              <a:gd name="connsiteY23" fmla="*/ 176840 h 3795113"/>
              <a:gd name="connsiteX0" fmla="*/ 2404153 w 7345178"/>
              <a:gd name="connsiteY0" fmla="*/ 1386207 h 3795113"/>
              <a:gd name="connsiteX1" fmla="*/ 2994089 w 7345178"/>
              <a:gd name="connsiteY1" fmla="*/ 176840 h 3795113"/>
              <a:gd name="connsiteX2" fmla="*/ 3407044 w 7345178"/>
              <a:gd name="connsiteY2" fmla="*/ 19524 h 3795113"/>
              <a:gd name="connsiteX3" fmla="*/ 3564360 w 7345178"/>
              <a:gd name="connsiteY3" fmla="*/ 570130 h 3795113"/>
              <a:gd name="connsiteX4" fmla="*/ 3446373 w 7345178"/>
              <a:gd name="connsiteY4" fmla="*/ 1455034 h 3795113"/>
              <a:gd name="connsiteX5" fmla="*/ 4016644 w 7345178"/>
              <a:gd name="connsiteY5" fmla="*/ 2261279 h 3795113"/>
              <a:gd name="connsiteX6" fmla="*/ 5049031 w 7345178"/>
              <a:gd name="connsiteY6" fmla="*/ 2418595 h 3795113"/>
              <a:gd name="connsiteX7" fmla="*/ 5943766 w 7345178"/>
              <a:gd name="connsiteY7" fmla="*/ 1985975 h 3795113"/>
              <a:gd name="connsiteX8" fmla="*/ 6661521 w 7345178"/>
              <a:gd name="connsiteY8" fmla="*/ 992917 h 3795113"/>
              <a:gd name="connsiteX9" fmla="*/ 7084308 w 7345178"/>
              <a:gd name="connsiteY9" fmla="*/ 924092 h 3795113"/>
              <a:gd name="connsiteX10" fmla="*/ 7251456 w 7345178"/>
              <a:gd name="connsiteY10" fmla="*/ 1553356 h 3795113"/>
              <a:gd name="connsiteX11" fmla="*/ 7261289 w 7345178"/>
              <a:gd name="connsiteY11" fmla="*/ 1671343 h 3795113"/>
              <a:gd name="connsiteX12" fmla="*/ 7339947 w 7345178"/>
              <a:gd name="connsiteY12" fmla="*/ 2585743 h 3795113"/>
              <a:gd name="connsiteX13" fmla="*/ 7094140 w 7345178"/>
              <a:gd name="connsiteY13" fmla="*/ 3254337 h 3795113"/>
              <a:gd name="connsiteX14" fmla="*/ 6160076 w 7345178"/>
              <a:gd name="connsiteY14" fmla="*/ 3598466 h 3795113"/>
              <a:gd name="connsiteX15" fmla="*/ 4911379 w 7345178"/>
              <a:gd name="connsiteY15" fmla="*/ 3726285 h 3795113"/>
              <a:gd name="connsiteX16" fmla="*/ 3593857 w 7345178"/>
              <a:gd name="connsiteY16" fmla="*/ 3745950 h 3795113"/>
              <a:gd name="connsiteX17" fmla="*/ 2718786 w 7345178"/>
              <a:gd name="connsiteY17" fmla="*/ 3067524 h 3795113"/>
              <a:gd name="connsiteX18" fmla="*/ 1951869 w 7345178"/>
              <a:gd name="connsiteY18" fmla="*/ 2693898 h 3795113"/>
              <a:gd name="connsiteX19" fmla="*/ 958811 w 7345178"/>
              <a:gd name="connsiteY19" fmla="*/ 2880711 h 3795113"/>
              <a:gd name="connsiteX20" fmla="*/ 958811 w 7345178"/>
              <a:gd name="connsiteY20" fmla="*/ 2880711 h 3795113"/>
              <a:gd name="connsiteX21" fmla="*/ 113237 w 7345178"/>
              <a:gd name="connsiteY21" fmla="*/ 2703730 h 3795113"/>
              <a:gd name="connsiteX22" fmla="*/ 260721 w 7345178"/>
              <a:gd name="connsiteY22" fmla="*/ 1828659 h 3795113"/>
              <a:gd name="connsiteX23" fmla="*/ 2495593 w 7345178"/>
              <a:gd name="connsiteY23" fmla="*/ 1477647 h 3795113"/>
              <a:gd name="connsiteX0" fmla="*/ 2409738 w 7350763"/>
              <a:gd name="connsiteY0" fmla="*/ 1386207 h 3795113"/>
              <a:gd name="connsiteX1" fmla="*/ 2999674 w 7350763"/>
              <a:gd name="connsiteY1" fmla="*/ 176840 h 3795113"/>
              <a:gd name="connsiteX2" fmla="*/ 3412629 w 7350763"/>
              <a:gd name="connsiteY2" fmla="*/ 19524 h 3795113"/>
              <a:gd name="connsiteX3" fmla="*/ 3569945 w 7350763"/>
              <a:gd name="connsiteY3" fmla="*/ 570130 h 3795113"/>
              <a:gd name="connsiteX4" fmla="*/ 3451958 w 7350763"/>
              <a:gd name="connsiteY4" fmla="*/ 1455034 h 3795113"/>
              <a:gd name="connsiteX5" fmla="*/ 4022229 w 7350763"/>
              <a:gd name="connsiteY5" fmla="*/ 2261279 h 3795113"/>
              <a:gd name="connsiteX6" fmla="*/ 5054616 w 7350763"/>
              <a:gd name="connsiteY6" fmla="*/ 2418595 h 3795113"/>
              <a:gd name="connsiteX7" fmla="*/ 5949351 w 7350763"/>
              <a:gd name="connsiteY7" fmla="*/ 1985975 h 3795113"/>
              <a:gd name="connsiteX8" fmla="*/ 6667106 w 7350763"/>
              <a:gd name="connsiteY8" fmla="*/ 992917 h 3795113"/>
              <a:gd name="connsiteX9" fmla="*/ 7089893 w 7350763"/>
              <a:gd name="connsiteY9" fmla="*/ 924092 h 3795113"/>
              <a:gd name="connsiteX10" fmla="*/ 7257041 w 7350763"/>
              <a:gd name="connsiteY10" fmla="*/ 1553356 h 3795113"/>
              <a:gd name="connsiteX11" fmla="*/ 7266874 w 7350763"/>
              <a:gd name="connsiteY11" fmla="*/ 1671343 h 3795113"/>
              <a:gd name="connsiteX12" fmla="*/ 7345532 w 7350763"/>
              <a:gd name="connsiteY12" fmla="*/ 2585743 h 3795113"/>
              <a:gd name="connsiteX13" fmla="*/ 7099725 w 7350763"/>
              <a:gd name="connsiteY13" fmla="*/ 3254337 h 3795113"/>
              <a:gd name="connsiteX14" fmla="*/ 6165661 w 7350763"/>
              <a:gd name="connsiteY14" fmla="*/ 3598466 h 3795113"/>
              <a:gd name="connsiteX15" fmla="*/ 4916964 w 7350763"/>
              <a:gd name="connsiteY15" fmla="*/ 3726285 h 3795113"/>
              <a:gd name="connsiteX16" fmla="*/ 3599442 w 7350763"/>
              <a:gd name="connsiteY16" fmla="*/ 3745950 h 3795113"/>
              <a:gd name="connsiteX17" fmla="*/ 2724371 w 7350763"/>
              <a:gd name="connsiteY17" fmla="*/ 3067524 h 3795113"/>
              <a:gd name="connsiteX18" fmla="*/ 1957454 w 7350763"/>
              <a:gd name="connsiteY18" fmla="*/ 2693898 h 3795113"/>
              <a:gd name="connsiteX19" fmla="*/ 964396 w 7350763"/>
              <a:gd name="connsiteY19" fmla="*/ 2880711 h 3795113"/>
              <a:gd name="connsiteX20" fmla="*/ 964396 w 7350763"/>
              <a:gd name="connsiteY20" fmla="*/ 2880711 h 3795113"/>
              <a:gd name="connsiteX21" fmla="*/ 118822 w 7350763"/>
              <a:gd name="connsiteY21" fmla="*/ 2703730 h 3795113"/>
              <a:gd name="connsiteX22" fmla="*/ 266306 w 7350763"/>
              <a:gd name="connsiteY22" fmla="*/ 1828659 h 3795113"/>
              <a:gd name="connsiteX23" fmla="*/ 2501178 w 7350763"/>
              <a:gd name="connsiteY23" fmla="*/ 1477647 h 3795113"/>
              <a:gd name="connsiteX0" fmla="*/ 2409738 w 7350763"/>
              <a:gd name="connsiteY0" fmla="*/ 1386207 h 3795113"/>
              <a:gd name="connsiteX1" fmla="*/ 2999674 w 7350763"/>
              <a:gd name="connsiteY1" fmla="*/ 176840 h 3795113"/>
              <a:gd name="connsiteX2" fmla="*/ 3412629 w 7350763"/>
              <a:gd name="connsiteY2" fmla="*/ 19524 h 3795113"/>
              <a:gd name="connsiteX3" fmla="*/ 3569945 w 7350763"/>
              <a:gd name="connsiteY3" fmla="*/ 570130 h 3795113"/>
              <a:gd name="connsiteX4" fmla="*/ 3451958 w 7350763"/>
              <a:gd name="connsiteY4" fmla="*/ 1455034 h 3795113"/>
              <a:gd name="connsiteX5" fmla="*/ 4022229 w 7350763"/>
              <a:gd name="connsiteY5" fmla="*/ 2261279 h 3795113"/>
              <a:gd name="connsiteX6" fmla="*/ 5054616 w 7350763"/>
              <a:gd name="connsiteY6" fmla="*/ 2418595 h 3795113"/>
              <a:gd name="connsiteX7" fmla="*/ 5949351 w 7350763"/>
              <a:gd name="connsiteY7" fmla="*/ 1985975 h 3795113"/>
              <a:gd name="connsiteX8" fmla="*/ 6667106 w 7350763"/>
              <a:gd name="connsiteY8" fmla="*/ 992917 h 3795113"/>
              <a:gd name="connsiteX9" fmla="*/ 7089893 w 7350763"/>
              <a:gd name="connsiteY9" fmla="*/ 924092 h 3795113"/>
              <a:gd name="connsiteX10" fmla="*/ 7257041 w 7350763"/>
              <a:gd name="connsiteY10" fmla="*/ 1553356 h 3795113"/>
              <a:gd name="connsiteX11" fmla="*/ 7266874 w 7350763"/>
              <a:gd name="connsiteY11" fmla="*/ 1671343 h 3795113"/>
              <a:gd name="connsiteX12" fmla="*/ 7345532 w 7350763"/>
              <a:gd name="connsiteY12" fmla="*/ 2585743 h 3795113"/>
              <a:gd name="connsiteX13" fmla="*/ 7099725 w 7350763"/>
              <a:gd name="connsiteY13" fmla="*/ 3254337 h 3795113"/>
              <a:gd name="connsiteX14" fmla="*/ 6165661 w 7350763"/>
              <a:gd name="connsiteY14" fmla="*/ 3598466 h 3795113"/>
              <a:gd name="connsiteX15" fmla="*/ 4916964 w 7350763"/>
              <a:gd name="connsiteY15" fmla="*/ 3726285 h 3795113"/>
              <a:gd name="connsiteX16" fmla="*/ 3599442 w 7350763"/>
              <a:gd name="connsiteY16" fmla="*/ 3745950 h 3795113"/>
              <a:gd name="connsiteX17" fmla="*/ 2724371 w 7350763"/>
              <a:gd name="connsiteY17" fmla="*/ 3067524 h 3795113"/>
              <a:gd name="connsiteX18" fmla="*/ 1957454 w 7350763"/>
              <a:gd name="connsiteY18" fmla="*/ 2693898 h 3795113"/>
              <a:gd name="connsiteX19" fmla="*/ 964396 w 7350763"/>
              <a:gd name="connsiteY19" fmla="*/ 2880711 h 3795113"/>
              <a:gd name="connsiteX20" fmla="*/ 964396 w 7350763"/>
              <a:gd name="connsiteY20" fmla="*/ 2880711 h 3795113"/>
              <a:gd name="connsiteX21" fmla="*/ 118822 w 7350763"/>
              <a:gd name="connsiteY21" fmla="*/ 2703730 h 3795113"/>
              <a:gd name="connsiteX22" fmla="*/ 266306 w 7350763"/>
              <a:gd name="connsiteY22" fmla="*/ 1828659 h 3795113"/>
              <a:gd name="connsiteX23" fmla="*/ 2501178 w 7350763"/>
              <a:gd name="connsiteY23" fmla="*/ 1477647 h 3795113"/>
              <a:gd name="connsiteX24" fmla="*/ 2409738 w 7350763"/>
              <a:gd name="connsiteY24" fmla="*/ 1386207 h 3795113"/>
              <a:gd name="connsiteX0" fmla="*/ 2409738 w 7350763"/>
              <a:gd name="connsiteY0" fmla="*/ 1386207 h 3795113"/>
              <a:gd name="connsiteX1" fmla="*/ 2999674 w 7350763"/>
              <a:gd name="connsiteY1" fmla="*/ 176840 h 3795113"/>
              <a:gd name="connsiteX2" fmla="*/ 3412629 w 7350763"/>
              <a:gd name="connsiteY2" fmla="*/ 19524 h 3795113"/>
              <a:gd name="connsiteX3" fmla="*/ 3569945 w 7350763"/>
              <a:gd name="connsiteY3" fmla="*/ 570130 h 3795113"/>
              <a:gd name="connsiteX4" fmla="*/ 3451958 w 7350763"/>
              <a:gd name="connsiteY4" fmla="*/ 1455034 h 3795113"/>
              <a:gd name="connsiteX5" fmla="*/ 4022229 w 7350763"/>
              <a:gd name="connsiteY5" fmla="*/ 2261279 h 3795113"/>
              <a:gd name="connsiteX6" fmla="*/ 5054616 w 7350763"/>
              <a:gd name="connsiteY6" fmla="*/ 2418595 h 3795113"/>
              <a:gd name="connsiteX7" fmla="*/ 5949351 w 7350763"/>
              <a:gd name="connsiteY7" fmla="*/ 1985975 h 3795113"/>
              <a:gd name="connsiteX8" fmla="*/ 6667106 w 7350763"/>
              <a:gd name="connsiteY8" fmla="*/ 992917 h 3795113"/>
              <a:gd name="connsiteX9" fmla="*/ 7089893 w 7350763"/>
              <a:gd name="connsiteY9" fmla="*/ 924092 h 3795113"/>
              <a:gd name="connsiteX10" fmla="*/ 7257041 w 7350763"/>
              <a:gd name="connsiteY10" fmla="*/ 1553356 h 3795113"/>
              <a:gd name="connsiteX11" fmla="*/ 7266874 w 7350763"/>
              <a:gd name="connsiteY11" fmla="*/ 1671343 h 3795113"/>
              <a:gd name="connsiteX12" fmla="*/ 7345532 w 7350763"/>
              <a:gd name="connsiteY12" fmla="*/ 2585743 h 3795113"/>
              <a:gd name="connsiteX13" fmla="*/ 7099725 w 7350763"/>
              <a:gd name="connsiteY13" fmla="*/ 3254337 h 3795113"/>
              <a:gd name="connsiteX14" fmla="*/ 6165661 w 7350763"/>
              <a:gd name="connsiteY14" fmla="*/ 3598466 h 3795113"/>
              <a:gd name="connsiteX15" fmla="*/ 4916964 w 7350763"/>
              <a:gd name="connsiteY15" fmla="*/ 3726285 h 3795113"/>
              <a:gd name="connsiteX16" fmla="*/ 3599442 w 7350763"/>
              <a:gd name="connsiteY16" fmla="*/ 3745950 h 3795113"/>
              <a:gd name="connsiteX17" fmla="*/ 2724371 w 7350763"/>
              <a:gd name="connsiteY17" fmla="*/ 3067524 h 3795113"/>
              <a:gd name="connsiteX18" fmla="*/ 1957454 w 7350763"/>
              <a:gd name="connsiteY18" fmla="*/ 2693898 h 3795113"/>
              <a:gd name="connsiteX19" fmla="*/ 964396 w 7350763"/>
              <a:gd name="connsiteY19" fmla="*/ 2880711 h 3795113"/>
              <a:gd name="connsiteX20" fmla="*/ 964396 w 7350763"/>
              <a:gd name="connsiteY20" fmla="*/ 2880711 h 3795113"/>
              <a:gd name="connsiteX21" fmla="*/ 118822 w 7350763"/>
              <a:gd name="connsiteY21" fmla="*/ 2703730 h 3795113"/>
              <a:gd name="connsiteX22" fmla="*/ 266306 w 7350763"/>
              <a:gd name="connsiteY22" fmla="*/ 1828659 h 3795113"/>
              <a:gd name="connsiteX23" fmla="*/ 2501178 w 7350763"/>
              <a:gd name="connsiteY23" fmla="*/ 1477647 h 3795113"/>
              <a:gd name="connsiteX24" fmla="*/ 2409738 w 7350763"/>
              <a:gd name="connsiteY24" fmla="*/ 1386207 h 3795113"/>
              <a:gd name="connsiteX0" fmla="*/ 2409738 w 7350763"/>
              <a:gd name="connsiteY0" fmla="*/ 1386207 h 3795113"/>
              <a:gd name="connsiteX1" fmla="*/ 2999674 w 7350763"/>
              <a:gd name="connsiteY1" fmla="*/ 176840 h 3795113"/>
              <a:gd name="connsiteX2" fmla="*/ 3412629 w 7350763"/>
              <a:gd name="connsiteY2" fmla="*/ 19524 h 3795113"/>
              <a:gd name="connsiteX3" fmla="*/ 3569945 w 7350763"/>
              <a:gd name="connsiteY3" fmla="*/ 570130 h 3795113"/>
              <a:gd name="connsiteX4" fmla="*/ 3451958 w 7350763"/>
              <a:gd name="connsiteY4" fmla="*/ 1455034 h 3795113"/>
              <a:gd name="connsiteX5" fmla="*/ 4022229 w 7350763"/>
              <a:gd name="connsiteY5" fmla="*/ 2261279 h 3795113"/>
              <a:gd name="connsiteX6" fmla="*/ 5054616 w 7350763"/>
              <a:gd name="connsiteY6" fmla="*/ 2418595 h 3795113"/>
              <a:gd name="connsiteX7" fmla="*/ 5949351 w 7350763"/>
              <a:gd name="connsiteY7" fmla="*/ 1985975 h 3795113"/>
              <a:gd name="connsiteX8" fmla="*/ 6667106 w 7350763"/>
              <a:gd name="connsiteY8" fmla="*/ 992917 h 3795113"/>
              <a:gd name="connsiteX9" fmla="*/ 7089893 w 7350763"/>
              <a:gd name="connsiteY9" fmla="*/ 924092 h 3795113"/>
              <a:gd name="connsiteX10" fmla="*/ 7257041 w 7350763"/>
              <a:gd name="connsiteY10" fmla="*/ 1553356 h 3795113"/>
              <a:gd name="connsiteX11" fmla="*/ 7266874 w 7350763"/>
              <a:gd name="connsiteY11" fmla="*/ 1671343 h 3795113"/>
              <a:gd name="connsiteX12" fmla="*/ 7345532 w 7350763"/>
              <a:gd name="connsiteY12" fmla="*/ 2585743 h 3795113"/>
              <a:gd name="connsiteX13" fmla="*/ 7099725 w 7350763"/>
              <a:gd name="connsiteY13" fmla="*/ 3254337 h 3795113"/>
              <a:gd name="connsiteX14" fmla="*/ 6165661 w 7350763"/>
              <a:gd name="connsiteY14" fmla="*/ 3598466 h 3795113"/>
              <a:gd name="connsiteX15" fmla="*/ 4916964 w 7350763"/>
              <a:gd name="connsiteY15" fmla="*/ 3726285 h 3795113"/>
              <a:gd name="connsiteX16" fmla="*/ 3599442 w 7350763"/>
              <a:gd name="connsiteY16" fmla="*/ 3745950 h 3795113"/>
              <a:gd name="connsiteX17" fmla="*/ 2724371 w 7350763"/>
              <a:gd name="connsiteY17" fmla="*/ 3067524 h 3795113"/>
              <a:gd name="connsiteX18" fmla="*/ 1957454 w 7350763"/>
              <a:gd name="connsiteY18" fmla="*/ 2693898 h 3795113"/>
              <a:gd name="connsiteX19" fmla="*/ 964396 w 7350763"/>
              <a:gd name="connsiteY19" fmla="*/ 2880711 h 3795113"/>
              <a:gd name="connsiteX20" fmla="*/ 964396 w 7350763"/>
              <a:gd name="connsiteY20" fmla="*/ 2880711 h 3795113"/>
              <a:gd name="connsiteX21" fmla="*/ 118822 w 7350763"/>
              <a:gd name="connsiteY21" fmla="*/ 2703730 h 3795113"/>
              <a:gd name="connsiteX22" fmla="*/ 266306 w 7350763"/>
              <a:gd name="connsiteY22" fmla="*/ 1828659 h 3795113"/>
              <a:gd name="connsiteX23" fmla="*/ 2409738 w 7350763"/>
              <a:gd name="connsiteY23" fmla="*/ 1386207 h 3795113"/>
              <a:gd name="connsiteX0" fmla="*/ 2409738 w 7350763"/>
              <a:gd name="connsiteY0" fmla="*/ 1386207 h 3795113"/>
              <a:gd name="connsiteX1" fmla="*/ 2999674 w 7350763"/>
              <a:gd name="connsiteY1" fmla="*/ 176840 h 3795113"/>
              <a:gd name="connsiteX2" fmla="*/ 3412629 w 7350763"/>
              <a:gd name="connsiteY2" fmla="*/ 19524 h 3795113"/>
              <a:gd name="connsiteX3" fmla="*/ 3569945 w 7350763"/>
              <a:gd name="connsiteY3" fmla="*/ 570130 h 3795113"/>
              <a:gd name="connsiteX4" fmla="*/ 3451958 w 7350763"/>
              <a:gd name="connsiteY4" fmla="*/ 1455034 h 3795113"/>
              <a:gd name="connsiteX5" fmla="*/ 4022229 w 7350763"/>
              <a:gd name="connsiteY5" fmla="*/ 2261279 h 3795113"/>
              <a:gd name="connsiteX6" fmla="*/ 5054616 w 7350763"/>
              <a:gd name="connsiteY6" fmla="*/ 2418595 h 3795113"/>
              <a:gd name="connsiteX7" fmla="*/ 5949351 w 7350763"/>
              <a:gd name="connsiteY7" fmla="*/ 1985975 h 3795113"/>
              <a:gd name="connsiteX8" fmla="*/ 6667106 w 7350763"/>
              <a:gd name="connsiteY8" fmla="*/ 992917 h 3795113"/>
              <a:gd name="connsiteX9" fmla="*/ 7089893 w 7350763"/>
              <a:gd name="connsiteY9" fmla="*/ 924092 h 3795113"/>
              <a:gd name="connsiteX10" fmla="*/ 7257041 w 7350763"/>
              <a:gd name="connsiteY10" fmla="*/ 1553356 h 3795113"/>
              <a:gd name="connsiteX11" fmla="*/ 7266874 w 7350763"/>
              <a:gd name="connsiteY11" fmla="*/ 1671343 h 3795113"/>
              <a:gd name="connsiteX12" fmla="*/ 7345532 w 7350763"/>
              <a:gd name="connsiteY12" fmla="*/ 2585743 h 3795113"/>
              <a:gd name="connsiteX13" fmla="*/ 7099725 w 7350763"/>
              <a:gd name="connsiteY13" fmla="*/ 3254337 h 3795113"/>
              <a:gd name="connsiteX14" fmla="*/ 6165661 w 7350763"/>
              <a:gd name="connsiteY14" fmla="*/ 3598466 h 3795113"/>
              <a:gd name="connsiteX15" fmla="*/ 4916964 w 7350763"/>
              <a:gd name="connsiteY15" fmla="*/ 3726285 h 3795113"/>
              <a:gd name="connsiteX16" fmla="*/ 3599442 w 7350763"/>
              <a:gd name="connsiteY16" fmla="*/ 3745950 h 3795113"/>
              <a:gd name="connsiteX17" fmla="*/ 2724371 w 7350763"/>
              <a:gd name="connsiteY17" fmla="*/ 3067524 h 3795113"/>
              <a:gd name="connsiteX18" fmla="*/ 1957454 w 7350763"/>
              <a:gd name="connsiteY18" fmla="*/ 2693898 h 3795113"/>
              <a:gd name="connsiteX19" fmla="*/ 964396 w 7350763"/>
              <a:gd name="connsiteY19" fmla="*/ 2880711 h 3795113"/>
              <a:gd name="connsiteX20" fmla="*/ 964396 w 7350763"/>
              <a:gd name="connsiteY20" fmla="*/ 2880711 h 3795113"/>
              <a:gd name="connsiteX21" fmla="*/ 118822 w 7350763"/>
              <a:gd name="connsiteY21" fmla="*/ 2703730 h 3795113"/>
              <a:gd name="connsiteX22" fmla="*/ 266306 w 7350763"/>
              <a:gd name="connsiteY22" fmla="*/ 1828659 h 3795113"/>
              <a:gd name="connsiteX23" fmla="*/ 2409738 w 7350763"/>
              <a:gd name="connsiteY23" fmla="*/ 1386207 h 3795113"/>
              <a:gd name="connsiteX0" fmla="*/ 2345807 w 7286832"/>
              <a:gd name="connsiteY0" fmla="*/ 1386207 h 3795113"/>
              <a:gd name="connsiteX1" fmla="*/ 2935743 w 7286832"/>
              <a:gd name="connsiteY1" fmla="*/ 176840 h 3795113"/>
              <a:gd name="connsiteX2" fmla="*/ 3348698 w 7286832"/>
              <a:gd name="connsiteY2" fmla="*/ 19524 h 3795113"/>
              <a:gd name="connsiteX3" fmla="*/ 3506014 w 7286832"/>
              <a:gd name="connsiteY3" fmla="*/ 570130 h 3795113"/>
              <a:gd name="connsiteX4" fmla="*/ 3388027 w 7286832"/>
              <a:gd name="connsiteY4" fmla="*/ 1455034 h 3795113"/>
              <a:gd name="connsiteX5" fmla="*/ 3958298 w 7286832"/>
              <a:gd name="connsiteY5" fmla="*/ 2261279 h 3795113"/>
              <a:gd name="connsiteX6" fmla="*/ 4990685 w 7286832"/>
              <a:gd name="connsiteY6" fmla="*/ 2418595 h 3795113"/>
              <a:gd name="connsiteX7" fmla="*/ 5885420 w 7286832"/>
              <a:gd name="connsiteY7" fmla="*/ 1985975 h 3795113"/>
              <a:gd name="connsiteX8" fmla="*/ 6603175 w 7286832"/>
              <a:gd name="connsiteY8" fmla="*/ 992917 h 3795113"/>
              <a:gd name="connsiteX9" fmla="*/ 7025962 w 7286832"/>
              <a:gd name="connsiteY9" fmla="*/ 924092 h 3795113"/>
              <a:gd name="connsiteX10" fmla="*/ 7193110 w 7286832"/>
              <a:gd name="connsiteY10" fmla="*/ 1553356 h 3795113"/>
              <a:gd name="connsiteX11" fmla="*/ 7202943 w 7286832"/>
              <a:gd name="connsiteY11" fmla="*/ 1671343 h 3795113"/>
              <a:gd name="connsiteX12" fmla="*/ 7281601 w 7286832"/>
              <a:gd name="connsiteY12" fmla="*/ 2585743 h 3795113"/>
              <a:gd name="connsiteX13" fmla="*/ 7035794 w 7286832"/>
              <a:gd name="connsiteY13" fmla="*/ 3254337 h 3795113"/>
              <a:gd name="connsiteX14" fmla="*/ 6101730 w 7286832"/>
              <a:gd name="connsiteY14" fmla="*/ 3598466 h 3795113"/>
              <a:gd name="connsiteX15" fmla="*/ 4853033 w 7286832"/>
              <a:gd name="connsiteY15" fmla="*/ 3726285 h 3795113"/>
              <a:gd name="connsiteX16" fmla="*/ 3535511 w 7286832"/>
              <a:gd name="connsiteY16" fmla="*/ 3745950 h 3795113"/>
              <a:gd name="connsiteX17" fmla="*/ 2660440 w 7286832"/>
              <a:gd name="connsiteY17" fmla="*/ 3067524 h 3795113"/>
              <a:gd name="connsiteX18" fmla="*/ 1893523 w 7286832"/>
              <a:gd name="connsiteY18" fmla="*/ 2693898 h 3795113"/>
              <a:gd name="connsiteX19" fmla="*/ 900465 w 7286832"/>
              <a:gd name="connsiteY19" fmla="*/ 2880711 h 3795113"/>
              <a:gd name="connsiteX20" fmla="*/ 900465 w 7286832"/>
              <a:gd name="connsiteY20" fmla="*/ 2880711 h 3795113"/>
              <a:gd name="connsiteX21" fmla="*/ 54891 w 7286832"/>
              <a:gd name="connsiteY21" fmla="*/ 2703730 h 3795113"/>
              <a:gd name="connsiteX22" fmla="*/ 202375 w 7286832"/>
              <a:gd name="connsiteY22" fmla="*/ 1828659 h 3795113"/>
              <a:gd name="connsiteX23" fmla="*/ 1171639 w 7286832"/>
              <a:gd name="connsiteY23" fmla="*/ 1627688 h 3795113"/>
              <a:gd name="connsiteX24" fmla="*/ 2345807 w 7286832"/>
              <a:gd name="connsiteY24" fmla="*/ 1386207 h 3795113"/>
              <a:gd name="connsiteX0" fmla="*/ 2345807 w 7286832"/>
              <a:gd name="connsiteY0" fmla="*/ 1386207 h 3795113"/>
              <a:gd name="connsiteX1" fmla="*/ 2935743 w 7286832"/>
              <a:gd name="connsiteY1" fmla="*/ 176840 h 3795113"/>
              <a:gd name="connsiteX2" fmla="*/ 3348698 w 7286832"/>
              <a:gd name="connsiteY2" fmla="*/ 19524 h 3795113"/>
              <a:gd name="connsiteX3" fmla="*/ 3506014 w 7286832"/>
              <a:gd name="connsiteY3" fmla="*/ 570130 h 3795113"/>
              <a:gd name="connsiteX4" fmla="*/ 3388027 w 7286832"/>
              <a:gd name="connsiteY4" fmla="*/ 1455034 h 3795113"/>
              <a:gd name="connsiteX5" fmla="*/ 3958298 w 7286832"/>
              <a:gd name="connsiteY5" fmla="*/ 2261279 h 3795113"/>
              <a:gd name="connsiteX6" fmla="*/ 4990685 w 7286832"/>
              <a:gd name="connsiteY6" fmla="*/ 2418595 h 3795113"/>
              <a:gd name="connsiteX7" fmla="*/ 5885420 w 7286832"/>
              <a:gd name="connsiteY7" fmla="*/ 1985975 h 3795113"/>
              <a:gd name="connsiteX8" fmla="*/ 6603175 w 7286832"/>
              <a:gd name="connsiteY8" fmla="*/ 992917 h 3795113"/>
              <a:gd name="connsiteX9" fmla="*/ 7025962 w 7286832"/>
              <a:gd name="connsiteY9" fmla="*/ 924092 h 3795113"/>
              <a:gd name="connsiteX10" fmla="*/ 7193110 w 7286832"/>
              <a:gd name="connsiteY10" fmla="*/ 1553356 h 3795113"/>
              <a:gd name="connsiteX11" fmla="*/ 7202943 w 7286832"/>
              <a:gd name="connsiteY11" fmla="*/ 1671343 h 3795113"/>
              <a:gd name="connsiteX12" fmla="*/ 7281601 w 7286832"/>
              <a:gd name="connsiteY12" fmla="*/ 2585743 h 3795113"/>
              <a:gd name="connsiteX13" fmla="*/ 7035794 w 7286832"/>
              <a:gd name="connsiteY13" fmla="*/ 3254337 h 3795113"/>
              <a:gd name="connsiteX14" fmla="*/ 6101730 w 7286832"/>
              <a:gd name="connsiteY14" fmla="*/ 3598466 h 3795113"/>
              <a:gd name="connsiteX15" fmla="*/ 4853033 w 7286832"/>
              <a:gd name="connsiteY15" fmla="*/ 3726285 h 3795113"/>
              <a:gd name="connsiteX16" fmla="*/ 3535511 w 7286832"/>
              <a:gd name="connsiteY16" fmla="*/ 3745950 h 3795113"/>
              <a:gd name="connsiteX17" fmla="*/ 2660440 w 7286832"/>
              <a:gd name="connsiteY17" fmla="*/ 3067524 h 3795113"/>
              <a:gd name="connsiteX18" fmla="*/ 1893523 w 7286832"/>
              <a:gd name="connsiteY18" fmla="*/ 2693898 h 3795113"/>
              <a:gd name="connsiteX19" fmla="*/ 900465 w 7286832"/>
              <a:gd name="connsiteY19" fmla="*/ 2880711 h 3795113"/>
              <a:gd name="connsiteX20" fmla="*/ 900465 w 7286832"/>
              <a:gd name="connsiteY20" fmla="*/ 2880711 h 3795113"/>
              <a:gd name="connsiteX21" fmla="*/ 54891 w 7286832"/>
              <a:gd name="connsiteY21" fmla="*/ 2703730 h 3795113"/>
              <a:gd name="connsiteX22" fmla="*/ 202375 w 7286832"/>
              <a:gd name="connsiteY22" fmla="*/ 1828659 h 3795113"/>
              <a:gd name="connsiteX23" fmla="*/ 1171639 w 7286832"/>
              <a:gd name="connsiteY23" fmla="*/ 1627688 h 3795113"/>
              <a:gd name="connsiteX24" fmla="*/ 2345807 w 7286832"/>
              <a:gd name="connsiteY24" fmla="*/ 1386207 h 3795113"/>
              <a:gd name="connsiteX0" fmla="*/ 2345166 w 7286191"/>
              <a:gd name="connsiteY0" fmla="*/ 1386207 h 3795113"/>
              <a:gd name="connsiteX1" fmla="*/ 2935102 w 7286191"/>
              <a:gd name="connsiteY1" fmla="*/ 176840 h 3795113"/>
              <a:gd name="connsiteX2" fmla="*/ 3348057 w 7286191"/>
              <a:gd name="connsiteY2" fmla="*/ 19524 h 3795113"/>
              <a:gd name="connsiteX3" fmla="*/ 3505373 w 7286191"/>
              <a:gd name="connsiteY3" fmla="*/ 570130 h 3795113"/>
              <a:gd name="connsiteX4" fmla="*/ 3387386 w 7286191"/>
              <a:gd name="connsiteY4" fmla="*/ 1455034 h 3795113"/>
              <a:gd name="connsiteX5" fmla="*/ 3957657 w 7286191"/>
              <a:gd name="connsiteY5" fmla="*/ 2261279 h 3795113"/>
              <a:gd name="connsiteX6" fmla="*/ 4990044 w 7286191"/>
              <a:gd name="connsiteY6" fmla="*/ 2418595 h 3795113"/>
              <a:gd name="connsiteX7" fmla="*/ 5884779 w 7286191"/>
              <a:gd name="connsiteY7" fmla="*/ 1985975 h 3795113"/>
              <a:gd name="connsiteX8" fmla="*/ 6602534 w 7286191"/>
              <a:gd name="connsiteY8" fmla="*/ 992917 h 3795113"/>
              <a:gd name="connsiteX9" fmla="*/ 7025321 w 7286191"/>
              <a:gd name="connsiteY9" fmla="*/ 924092 h 3795113"/>
              <a:gd name="connsiteX10" fmla="*/ 7192469 w 7286191"/>
              <a:gd name="connsiteY10" fmla="*/ 1553356 h 3795113"/>
              <a:gd name="connsiteX11" fmla="*/ 7202302 w 7286191"/>
              <a:gd name="connsiteY11" fmla="*/ 1671343 h 3795113"/>
              <a:gd name="connsiteX12" fmla="*/ 7280960 w 7286191"/>
              <a:gd name="connsiteY12" fmla="*/ 2585743 h 3795113"/>
              <a:gd name="connsiteX13" fmla="*/ 7035153 w 7286191"/>
              <a:gd name="connsiteY13" fmla="*/ 3254337 h 3795113"/>
              <a:gd name="connsiteX14" fmla="*/ 6101089 w 7286191"/>
              <a:gd name="connsiteY14" fmla="*/ 3598466 h 3795113"/>
              <a:gd name="connsiteX15" fmla="*/ 4852392 w 7286191"/>
              <a:gd name="connsiteY15" fmla="*/ 3726285 h 3795113"/>
              <a:gd name="connsiteX16" fmla="*/ 3534870 w 7286191"/>
              <a:gd name="connsiteY16" fmla="*/ 3745950 h 3795113"/>
              <a:gd name="connsiteX17" fmla="*/ 2659799 w 7286191"/>
              <a:gd name="connsiteY17" fmla="*/ 3067524 h 3795113"/>
              <a:gd name="connsiteX18" fmla="*/ 1892882 w 7286191"/>
              <a:gd name="connsiteY18" fmla="*/ 2693898 h 3795113"/>
              <a:gd name="connsiteX19" fmla="*/ 899824 w 7286191"/>
              <a:gd name="connsiteY19" fmla="*/ 2880711 h 3795113"/>
              <a:gd name="connsiteX20" fmla="*/ 899824 w 7286191"/>
              <a:gd name="connsiteY20" fmla="*/ 2880711 h 3795113"/>
              <a:gd name="connsiteX21" fmla="*/ 54250 w 7286191"/>
              <a:gd name="connsiteY21" fmla="*/ 2703730 h 3795113"/>
              <a:gd name="connsiteX22" fmla="*/ 201734 w 7286191"/>
              <a:gd name="connsiteY22" fmla="*/ 1828659 h 3795113"/>
              <a:gd name="connsiteX23" fmla="*/ 1152710 w 7286191"/>
              <a:gd name="connsiteY23" fmla="*/ 1511864 h 3795113"/>
              <a:gd name="connsiteX24" fmla="*/ 2345166 w 7286191"/>
              <a:gd name="connsiteY24" fmla="*/ 1386207 h 3795113"/>
              <a:gd name="connsiteX0" fmla="*/ 2345166 w 7286191"/>
              <a:gd name="connsiteY0" fmla="*/ 1386207 h 3795113"/>
              <a:gd name="connsiteX1" fmla="*/ 2935102 w 7286191"/>
              <a:gd name="connsiteY1" fmla="*/ 176840 h 3795113"/>
              <a:gd name="connsiteX2" fmla="*/ 3348057 w 7286191"/>
              <a:gd name="connsiteY2" fmla="*/ 19524 h 3795113"/>
              <a:gd name="connsiteX3" fmla="*/ 3505373 w 7286191"/>
              <a:gd name="connsiteY3" fmla="*/ 570130 h 3795113"/>
              <a:gd name="connsiteX4" fmla="*/ 3387386 w 7286191"/>
              <a:gd name="connsiteY4" fmla="*/ 1455034 h 3795113"/>
              <a:gd name="connsiteX5" fmla="*/ 3957657 w 7286191"/>
              <a:gd name="connsiteY5" fmla="*/ 2261279 h 3795113"/>
              <a:gd name="connsiteX6" fmla="*/ 4990044 w 7286191"/>
              <a:gd name="connsiteY6" fmla="*/ 2418595 h 3795113"/>
              <a:gd name="connsiteX7" fmla="*/ 5884779 w 7286191"/>
              <a:gd name="connsiteY7" fmla="*/ 1985975 h 3795113"/>
              <a:gd name="connsiteX8" fmla="*/ 6602534 w 7286191"/>
              <a:gd name="connsiteY8" fmla="*/ 992917 h 3795113"/>
              <a:gd name="connsiteX9" fmla="*/ 7025321 w 7286191"/>
              <a:gd name="connsiteY9" fmla="*/ 924092 h 3795113"/>
              <a:gd name="connsiteX10" fmla="*/ 7192469 w 7286191"/>
              <a:gd name="connsiteY10" fmla="*/ 1553356 h 3795113"/>
              <a:gd name="connsiteX11" fmla="*/ 7202302 w 7286191"/>
              <a:gd name="connsiteY11" fmla="*/ 1671343 h 3795113"/>
              <a:gd name="connsiteX12" fmla="*/ 7280960 w 7286191"/>
              <a:gd name="connsiteY12" fmla="*/ 2585743 h 3795113"/>
              <a:gd name="connsiteX13" fmla="*/ 7035153 w 7286191"/>
              <a:gd name="connsiteY13" fmla="*/ 3254337 h 3795113"/>
              <a:gd name="connsiteX14" fmla="*/ 6101089 w 7286191"/>
              <a:gd name="connsiteY14" fmla="*/ 3598466 h 3795113"/>
              <a:gd name="connsiteX15" fmla="*/ 4852392 w 7286191"/>
              <a:gd name="connsiteY15" fmla="*/ 3726285 h 3795113"/>
              <a:gd name="connsiteX16" fmla="*/ 3534870 w 7286191"/>
              <a:gd name="connsiteY16" fmla="*/ 3745950 h 3795113"/>
              <a:gd name="connsiteX17" fmla="*/ 2659799 w 7286191"/>
              <a:gd name="connsiteY17" fmla="*/ 3067524 h 3795113"/>
              <a:gd name="connsiteX18" fmla="*/ 1892882 w 7286191"/>
              <a:gd name="connsiteY18" fmla="*/ 2693898 h 3795113"/>
              <a:gd name="connsiteX19" fmla="*/ 899824 w 7286191"/>
              <a:gd name="connsiteY19" fmla="*/ 2880711 h 3795113"/>
              <a:gd name="connsiteX20" fmla="*/ 899824 w 7286191"/>
              <a:gd name="connsiteY20" fmla="*/ 2880711 h 3795113"/>
              <a:gd name="connsiteX21" fmla="*/ 54250 w 7286191"/>
              <a:gd name="connsiteY21" fmla="*/ 2703730 h 3795113"/>
              <a:gd name="connsiteX22" fmla="*/ 201734 w 7286191"/>
              <a:gd name="connsiteY22" fmla="*/ 1828659 h 3795113"/>
              <a:gd name="connsiteX23" fmla="*/ 1152710 w 7286191"/>
              <a:gd name="connsiteY23" fmla="*/ 1511864 h 3795113"/>
              <a:gd name="connsiteX24" fmla="*/ 2345166 w 7286191"/>
              <a:gd name="connsiteY24" fmla="*/ 1386207 h 3795113"/>
              <a:gd name="connsiteX0" fmla="*/ 2345166 w 7286191"/>
              <a:gd name="connsiteY0" fmla="*/ 1386207 h 3795113"/>
              <a:gd name="connsiteX1" fmla="*/ 2935102 w 7286191"/>
              <a:gd name="connsiteY1" fmla="*/ 176840 h 3795113"/>
              <a:gd name="connsiteX2" fmla="*/ 3348057 w 7286191"/>
              <a:gd name="connsiteY2" fmla="*/ 19524 h 3795113"/>
              <a:gd name="connsiteX3" fmla="*/ 3505373 w 7286191"/>
              <a:gd name="connsiteY3" fmla="*/ 570130 h 3795113"/>
              <a:gd name="connsiteX4" fmla="*/ 3387386 w 7286191"/>
              <a:gd name="connsiteY4" fmla="*/ 1455034 h 3795113"/>
              <a:gd name="connsiteX5" fmla="*/ 3957657 w 7286191"/>
              <a:gd name="connsiteY5" fmla="*/ 2261279 h 3795113"/>
              <a:gd name="connsiteX6" fmla="*/ 4990044 w 7286191"/>
              <a:gd name="connsiteY6" fmla="*/ 2418595 h 3795113"/>
              <a:gd name="connsiteX7" fmla="*/ 5884779 w 7286191"/>
              <a:gd name="connsiteY7" fmla="*/ 1985975 h 3795113"/>
              <a:gd name="connsiteX8" fmla="*/ 6602534 w 7286191"/>
              <a:gd name="connsiteY8" fmla="*/ 992917 h 3795113"/>
              <a:gd name="connsiteX9" fmla="*/ 7025321 w 7286191"/>
              <a:gd name="connsiteY9" fmla="*/ 924092 h 3795113"/>
              <a:gd name="connsiteX10" fmla="*/ 7192469 w 7286191"/>
              <a:gd name="connsiteY10" fmla="*/ 1553356 h 3795113"/>
              <a:gd name="connsiteX11" fmla="*/ 7202302 w 7286191"/>
              <a:gd name="connsiteY11" fmla="*/ 1671343 h 3795113"/>
              <a:gd name="connsiteX12" fmla="*/ 7280960 w 7286191"/>
              <a:gd name="connsiteY12" fmla="*/ 2585743 h 3795113"/>
              <a:gd name="connsiteX13" fmla="*/ 7035153 w 7286191"/>
              <a:gd name="connsiteY13" fmla="*/ 3254337 h 3795113"/>
              <a:gd name="connsiteX14" fmla="*/ 6101089 w 7286191"/>
              <a:gd name="connsiteY14" fmla="*/ 3598466 h 3795113"/>
              <a:gd name="connsiteX15" fmla="*/ 4852392 w 7286191"/>
              <a:gd name="connsiteY15" fmla="*/ 3726285 h 3795113"/>
              <a:gd name="connsiteX16" fmla="*/ 3534870 w 7286191"/>
              <a:gd name="connsiteY16" fmla="*/ 3745950 h 3795113"/>
              <a:gd name="connsiteX17" fmla="*/ 2659799 w 7286191"/>
              <a:gd name="connsiteY17" fmla="*/ 3067524 h 3795113"/>
              <a:gd name="connsiteX18" fmla="*/ 1892882 w 7286191"/>
              <a:gd name="connsiteY18" fmla="*/ 2693898 h 3795113"/>
              <a:gd name="connsiteX19" fmla="*/ 899824 w 7286191"/>
              <a:gd name="connsiteY19" fmla="*/ 2880711 h 3795113"/>
              <a:gd name="connsiteX20" fmla="*/ 899824 w 7286191"/>
              <a:gd name="connsiteY20" fmla="*/ 2880711 h 3795113"/>
              <a:gd name="connsiteX21" fmla="*/ 54250 w 7286191"/>
              <a:gd name="connsiteY21" fmla="*/ 2703730 h 3795113"/>
              <a:gd name="connsiteX22" fmla="*/ 201734 w 7286191"/>
              <a:gd name="connsiteY22" fmla="*/ 1828659 h 3795113"/>
              <a:gd name="connsiteX23" fmla="*/ 1152710 w 7286191"/>
              <a:gd name="connsiteY23" fmla="*/ 1511864 h 3795113"/>
              <a:gd name="connsiteX24" fmla="*/ 2345166 w 7286191"/>
              <a:gd name="connsiteY24" fmla="*/ 1386207 h 3795113"/>
              <a:gd name="connsiteX0" fmla="*/ 2345166 w 7286191"/>
              <a:gd name="connsiteY0" fmla="*/ 1386207 h 3795113"/>
              <a:gd name="connsiteX1" fmla="*/ 2935102 w 7286191"/>
              <a:gd name="connsiteY1" fmla="*/ 176840 h 3795113"/>
              <a:gd name="connsiteX2" fmla="*/ 3348057 w 7286191"/>
              <a:gd name="connsiteY2" fmla="*/ 19524 h 3795113"/>
              <a:gd name="connsiteX3" fmla="*/ 3505373 w 7286191"/>
              <a:gd name="connsiteY3" fmla="*/ 570130 h 3795113"/>
              <a:gd name="connsiteX4" fmla="*/ 3387386 w 7286191"/>
              <a:gd name="connsiteY4" fmla="*/ 1455034 h 3795113"/>
              <a:gd name="connsiteX5" fmla="*/ 3957657 w 7286191"/>
              <a:gd name="connsiteY5" fmla="*/ 2261279 h 3795113"/>
              <a:gd name="connsiteX6" fmla="*/ 4990044 w 7286191"/>
              <a:gd name="connsiteY6" fmla="*/ 2418595 h 3795113"/>
              <a:gd name="connsiteX7" fmla="*/ 5884779 w 7286191"/>
              <a:gd name="connsiteY7" fmla="*/ 1985975 h 3795113"/>
              <a:gd name="connsiteX8" fmla="*/ 6602534 w 7286191"/>
              <a:gd name="connsiteY8" fmla="*/ 992917 h 3795113"/>
              <a:gd name="connsiteX9" fmla="*/ 7025321 w 7286191"/>
              <a:gd name="connsiteY9" fmla="*/ 924092 h 3795113"/>
              <a:gd name="connsiteX10" fmla="*/ 7192469 w 7286191"/>
              <a:gd name="connsiteY10" fmla="*/ 1553356 h 3795113"/>
              <a:gd name="connsiteX11" fmla="*/ 7202302 w 7286191"/>
              <a:gd name="connsiteY11" fmla="*/ 1671343 h 3795113"/>
              <a:gd name="connsiteX12" fmla="*/ 7280960 w 7286191"/>
              <a:gd name="connsiteY12" fmla="*/ 2585743 h 3795113"/>
              <a:gd name="connsiteX13" fmla="*/ 7035153 w 7286191"/>
              <a:gd name="connsiteY13" fmla="*/ 3254337 h 3795113"/>
              <a:gd name="connsiteX14" fmla="*/ 6101089 w 7286191"/>
              <a:gd name="connsiteY14" fmla="*/ 3598466 h 3795113"/>
              <a:gd name="connsiteX15" fmla="*/ 4852392 w 7286191"/>
              <a:gd name="connsiteY15" fmla="*/ 3726285 h 3795113"/>
              <a:gd name="connsiteX16" fmla="*/ 3534870 w 7286191"/>
              <a:gd name="connsiteY16" fmla="*/ 3745950 h 3795113"/>
              <a:gd name="connsiteX17" fmla="*/ 2659799 w 7286191"/>
              <a:gd name="connsiteY17" fmla="*/ 3067524 h 3795113"/>
              <a:gd name="connsiteX18" fmla="*/ 1892882 w 7286191"/>
              <a:gd name="connsiteY18" fmla="*/ 2693898 h 3795113"/>
              <a:gd name="connsiteX19" fmla="*/ 899824 w 7286191"/>
              <a:gd name="connsiteY19" fmla="*/ 2880711 h 3795113"/>
              <a:gd name="connsiteX20" fmla="*/ 899824 w 7286191"/>
              <a:gd name="connsiteY20" fmla="*/ 2880711 h 3795113"/>
              <a:gd name="connsiteX21" fmla="*/ 54250 w 7286191"/>
              <a:gd name="connsiteY21" fmla="*/ 2703730 h 3795113"/>
              <a:gd name="connsiteX22" fmla="*/ 201734 w 7286191"/>
              <a:gd name="connsiteY22" fmla="*/ 1828659 h 3795113"/>
              <a:gd name="connsiteX23" fmla="*/ 1152710 w 7286191"/>
              <a:gd name="connsiteY23" fmla="*/ 1511864 h 3795113"/>
              <a:gd name="connsiteX24" fmla="*/ 2345166 w 7286191"/>
              <a:gd name="connsiteY24" fmla="*/ 1386207 h 3795113"/>
              <a:gd name="connsiteX0" fmla="*/ 2335698 w 7276723"/>
              <a:gd name="connsiteY0" fmla="*/ 1386207 h 3795113"/>
              <a:gd name="connsiteX1" fmla="*/ 2925634 w 7276723"/>
              <a:gd name="connsiteY1" fmla="*/ 176840 h 3795113"/>
              <a:gd name="connsiteX2" fmla="*/ 3338589 w 7276723"/>
              <a:gd name="connsiteY2" fmla="*/ 19524 h 3795113"/>
              <a:gd name="connsiteX3" fmla="*/ 3495905 w 7276723"/>
              <a:gd name="connsiteY3" fmla="*/ 570130 h 3795113"/>
              <a:gd name="connsiteX4" fmla="*/ 3377918 w 7276723"/>
              <a:gd name="connsiteY4" fmla="*/ 1455034 h 3795113"/>
              <a:gd name="connsiteX5" fmla="*/ 3948189 w 7276723"/>
              <a:gd name="connsiteY5" fmla="*/ 2261279 h 3795113"/>
              <a:gd name="connsiteX6" fmla="*/ 4980576 w 7276723"/>
              <a:gd name="connsiteY6" fmla="*/ 2418595 h 3795113"/>
              <a:gd name="connsiteX7" fmla="*/ 5875311 w 7276723"/>
              <a:gd name="connsiteY7" fmla="*/ 1985975 h 3795113"/>
              <a:gd name="connsiteX8" fmla="*/ 6593066 w 7276723"/>
              <a:gd name="connsiteY8" fmla="*/ 992917 h 3795113"/>
              <a:gd name="connsiteX9" fmla="*/ 7015853 w 7276723"/>
              <a:gd name="connsiteY9" fmla="*/ 924092 h 3795113"/>
              <a:gd name="connsiteX10" fmla="*/ 7183001 w 7276723"/>
              <a:gd name="connsiteY10" fmla="*/ 1553356 h 3795113"/>
              <a:gd name="connsiteX11" fmla="*/ 7192834 w 7276723"/>
              <a:gd name="connsiteY11" fmla="*/ 1671343 h 3795113"/>
              <a:gd name="connsiteX12" fmla="*/ 7271492 w 7276723"/>
              <a:gd name="connsiteY12" fmla="*/ 2585743 h 3795113"/>
              <a:gd name="connsiteX13" fmla="*/ 7025685 w 7276723"/>
              <a:gd name="connsiteY13" fmla="*/ 3254337 h 3795113"/>
              <a:gd name="connsiteX14" fmla="*/ 6091621 w 7276723"/>
              <a:gd name="connsiteY14" fmla="*/ 3598466 h 3795113"/>
              <a:gd name="connsiteX15" fmla="*/ 4842924 w 7276723"/>
              <a:gd name="connsiteY15" fmla="*/ 3726285 h 3795113"/>
              <a:gd name="connsiteX16" fmla="*/ 3525402 w 7276723"/>
              <a:gd name="connsiteY16" fmla="*/ 3745950 h 3795113"/>
              <a:gd name="connsiteX17" fmla="*/ 2650331 w 7276723"/>
              <a:gd name="connsiteY17" fmla="*/ 3067524 h 3795113"/>
              <a:gd name="connsiteX18" fmla="*/ 1883414 w 7276723"/>
              <a:gd name="connsiteY18" fmla="*/ 2693898 h 3795113"/>
              <a:gd name="connsiteX19" fmla="*/ 890356 w 7276723"/>
              <a:gd name="connsiteY19" fmla="*/ 2880711 h 3795113"/>
              <a:gd name="connsiteX20" fmla="*/ 762340 w 7276723"/>
              <a:gd name="connsiteY20" fmla="*/ 2929479 h 3795113"/>
              <a:gd name="connsiteX21" fmla="*/ 44782 w 7276723"/>
              <a:gd name="connsiteY21" fmla="*/ 2703730 h 3795113"/>
              <a:gd name="connsiteX22" fmla="*/ 192266 w 7276723"/>
              <a:gd name="connsiteY22" fmla="*/ 1828659 h 3795113"/>
              <a:gd name="connsiteX23" fmla="*/ 1143242 w 7276723"/>
              <a:gd name="connsiteY23" fmla="*/ 1511864 h 3795113"/>
              <a:gd name="connsiteX24" fmla="*/ 2335698 w 7276723"/>
              <a:gd name="connsiteY24" fmla="*/ 1386207 h 3795113"/>
              <a:gd name="connsiteX0" fmla="*/ 2335698 w 7276723"/>
              <a:gd name="connsiteY0" fmla="*/ 1386207 h 3795113"/>
              <a:gd name="connsiteX1" fmla="*/ 2925634 w 7276723"/>
              <a:gd name="connsiteY1" fmla="*/ 176840 h 3795113"/>
              <a:gd name="connsiteX2" fmla="*/ 3338589 w 7276723"/>
              <a:gd name="connsiteY2" fmla="*/ 19524 h 3795113"/>
              <a:gd name="connsiteX3" fmla="*/ 3495905 w 7276723"/>
              <a:gd name="connsiteY3" fmla="*/ 570130 h 3795113"/>
              <a:gd name="connsiteX4" fmla="*/ 3377918 w 7276723"/>
              <a:gd name="connsiteY4" fmla="*/ 1455034 h 3795113"/>
              <a:gd name="connsiteX5" fmla="*/ 3948189 w 7276723"/>
              <a:gd name="connsiteY5" fmla="*/ 2261279 h 3795113"/>
              <a:gd name="connsiteX6" fmla="*/ 4980576 w 7276723"/>
              <a:gd name="connsiteY6" fmla="*/ 2418595 h 3795113"/>
              <a:gd name="connsiteX7" fmla="*/ 5875311 w 7276723"/>
              <a:gd name="connsiteY7" fmla="*/ 1985975 h 3795113"/>
              <a:gd name="connsiteX8" fmla="*/ 6593066 w 7276723"/>
              <a:gd name="connsiteY8" fmla="*/ 992917 h 3795113"/>
              <a:gd name="connsiteX9" fmla="*/ 7015853 w 7276723"/>
              <a:gd name="connsiteY9" fmla="*/ 924092 h 3795113"/>
              <a:gd name="connsiteX10" fmla="*/ 7183001 w 7276723"/>
              <a:gd name="connsiteY10" fmla="*/ 1553356 h 3795113"/>
              <a:gd name="connsiteX11" fmla="*/ 7192834 w 7276723"/>
              <a:gd name="connsiteY11" fmla="*/ 1671343 h 3795113"/>
              <a:gd name="connsiteX12" fmla="*/ 7271492 w 7276723"/>
              <a:gd name="connsiteY12" fmla="*/ 2585743 h 3795113"/>
              <a:gd name="connsiteX13" fmla="*/ 7025685 w 7276723"/>
              <a:gd name="connsiteY13" fmla="*/ 3254337 h 3795113"/>
              <a:gd name="connsiteX14" fmla="*/ 6091621 w 7276723"/>
              <a:gd name="connsiteY14" fmla="*/ 3598466 h 3795113"/>
              <a:gd name="connsiteX15" fmla="*/ 4842924 w 7276723"/>
              <a:gd name="connsiteY15" fmla="*/ 3726285 h 3795113"/>
              <a:gd name="connsiteX16" fmla="*/ 3525402 w 7276723"/>
              <a:gd name="connsiteY16" fmla="*/ 3745950 h 3795113"/>
              <a:gd name="connsiteX17" fmla="*/ 2650331 w 7276723"/>
              <a:gd name="connsiteY17" fmla="*/ 3067524 h 3795113"/>
              <a:gd name="connsiteX18" fmla="*/ 1883414 w 7276723"/>
              <a:gd name="connsiteY18" fmla="*/ 2693898 h 3795113"/>
              <a:gd name="connsiteX19" fmla="*/ 890356 w 7276723"/>
              <a:gd name="connsiteY19" fmla="*/ 2880711 h 3795113"/>
              <a:gd name="connsiteX20" fmla="*/ 762340 w 7276723"/>
              <a:gd name="connsiteY20" fmla="*/ 2929479 h 3795113"/>
              <a:gd name="connsiteX21" fmla="*/ 44782 w 7276723"/>
              <a:gd name="connsiteY21" fmla="*/ 2703730 h 3795113"/>
              <a:gd name="connsiteX22" fmla="*/ 192266 w 7276723"/>
              <a:gd name="connsiteY22" fmla="*/ 1828659 h 3795113"/>
              <a:gd name="connsiteX23" fmla="*/ 1143242 w 7276723"/>
              <a:gd name="connsiteY23" fmla="*/ 1511864 h 3795113"/>
              <a:gd name="connsiteX24" fmla="*/ 2335698 w 7276723"/>
              <a:gd name="connsiteY24" fmla="*/ 1386207 h 3795113"/>
              <a:gd name="connsiteX0" fmla="*/ 2335698 w 7276723"/>
              <a:gd name="connsiteY0" fmla="*/ 1386207 h 3795113"/>
              <a:gd name="connsiteX1" fmla="*/ 2925634 w 7276723"/>
              <a:gd name="connsiteY1" fmla="*/ 176840 h 3795113"/>
              <a:gd name="connsiteX2" fmla="*/ 3338589 w 7276723"/>
              <a:gd name="connsiteY2" fmla="*/ 19524 h 3795113"/>
              <a:gd name="connsiteX3" fmla="*/ 3495905 w 7276723"/>
              <a:gd name="connsiteY3" fmla="*/ 570130 h 3795113"/>
              <a:gd name="connsiteX4" fmla="*/ 3377918 w 7276723"/>
              <a:gd name="connsiteY4" fmla="*/ 1455034 h 3795113"/>
              <a:gd name="connsiteX5" fmla="*/ 3948189 w 7276723"/>
              <a:gd name="connsiteY5" fmla="*/ 2261279 h 3795113"/>
              <a:gd name="connsiteX6" fmla="*/ 4980576 w 7276723"/>
              <a:gd name="connsiteY6" fmla="*/ 2418595 h 3795113"/>
              <a:gd name="connsiteX7" fmla="*/ 5875311 w 7276723"/>
              <a:gd name="connsiteY7" fmla="*/ 1985975 h 3795113"/>
              <a:gd name="connsiteX8" fmla="*/ 6593066 w 7276723"/>
              <a:gd name="connsiteY8" fmla="*/ 992917 h 3795113"/>
              <a:gd name="connsiteX9" fmla="*/ 7015853 w 7276723"/>
              <a:gd name="connsiteY9" fmla="*/ 924092 h 3795113"/>
              <a:gd name="connsiteX10" fmla="*/ 7183001 w 7276723"/>
              <a:gd name="connsiteY10" fmla="*/ 1553356 h 3795113"/>
              <a:gd name="connsiteX11" fmla="*/ 7192834 w 7276723"/>
              <a:gd name="connsiteY11" fmla="*/ 1671343 h 3795113"/>
              <a:gd name="connsiteX12" fmla="*/ 7271492 w 7276723"/>
              <a:gd name="connsiteY12" fmla="*/ 2585743 h 3795113"/>
              <a:gd name="connsiteX13" fmla="*/ 7025685 w 7276723"/>
              <a:gd name="connsiteY13" fmla="*/ 3254337 h 3795113"/>
              <a:gd name="connsiteX14" fmla="*/ 6091621 w 7276723"/>
              <a:gd name="connsiteY14" fmla="*/ 3598466 h 3795113"/>
              <a:gd name="connsiteX15" fmla="*/ 4842924 w 7276723"/>
              <a:gd name="connsiteY15" fmla="*/ 3726285 h 3795113"/>
              <a:gd name="connsiteX16" fmla="*/ 3525402 w 7276723"/>
              <a:gd name="connsiteY16" fmla="*/ 3745950 h 3795113"/>
              <a:gd name="connsiteX17" fmla="*/ 2650331 w 7276723"/>
              <a:gd name="connsiteY17" fmla="*/ 3067524 h 3795113"/>
              <a:gd name="connsiteX18" fmla="*/ 1883414 w 7276723"/>
              <a:gd name="connsiteY18" fmla="*/ 2693898 h 3795113"/>
              <a:gd name="connsiteX19" fmla="*/ 890356 w 7276723"/>
              <a:gd name="connsiteY19" fmla="*/ 2880711 h 3795113"/>
              <a:gd name="connsiteX20" fmla="*/ 762340 w 7276723"/>
              <a:gd name="connsiteY20" fmla="*/ 2929479 h 3795113"/>
              <a:gd name="connsiteX21" fmla="*/ 44782 w 7276723"/>
              <a:gd name="connsiteY21" fmla="*/ 2703730 h 3795113"/>
              <a:gd name="connsiteX22" fmla="*/ 192266 w 7276723"/>
              <a:gd name="connsiteY22" fmla="*/ 1828659 h 3795113"/>
              <a:gd name="connsiteX23" fmla="*/ 1143242 w 7276723"/>
              <a:gd name="connsiteY23" fmla="*/ 1511864 h 3795113"/>
              <a:gd name="connsiteX24" fmla="*/ 2335698 w 7276723"/>
              <a:gd name="connsiteY24" fmla="*/ 1386207 h 3795113"/>
              <a:gd name="connsiteX0" fmla="*/ 2335698 w 7276723"/>
              <a:gd name="connsiteY0" fmla="*/ 1386207 h 3795113"/>
              <a:gd name="connsiteX1" fmla="*/ 2925634 w 7276723"/>
              <a:gd name="connsiteY1" fmla="*/ 176840 h 3795113"/>
              <a:gd name="connsiteX2" fmla="*/ 3338589 w 7276723"/>
              <a:gd name="connsiteY2" fmla="*/ 19524 h 3795113"/>
              <a:gd name="connsiteX3" fmla="*/ 3495905 w 7276723"/>
              <a:gd name="connsiteY3" fmla="*/ 570130 h 3795113"/>
              <a:gd name="connsiteX4" fmla="*/ 3377918 w 7276723"/>
              <a:gd name="connsiteY4" fmla="*/ 1455034 h 3795113"/>
              <a:gd name="connsiteX5" fmla="*/ 3948189 w 7276723"/>
              <a:gd name="connsiteY5" fmla="*/ 2261279 h 3795113"/>
              <a:gd name="connsiteX6" fmla="*/ 4980576 w 7276723"/>
              <a:gd name="connsiteY6" fmla="*/ 2418595 h 3795113"/>
              <a:gd name="connsiteX7" fmla="*/ 5875311 w 7276723"/>
              <a:gd name="connsiteY7" fmla="*/ 1985975 h 3795113"/>
              <a:gd name="connsiteX8" fmla="*/ 6593066 w 7276723"/>
              <a:gd name="connsiteY8" fmla="*/ 992917 h 3795113"/>
              <a:gd name="connsiteX9" fmla="*/ 7015853 w 7276723"/>
              <a:gd name="connsiteY9" fmla="*/ 924092 h 3795113"/>
              <a:gd name="connsiteX10" fmla="*/ 7183001 w 7276723"/>
              <a:gd name="connsiteY10" fmla="*/ 1553356 h 3795113"/>
              <a:gd name="connsiteX11" fmla="*/ 7192834 w 7276723"/>
              <a:gd name="connsiteY11" fmla="*/ 1671343 h 3795113"/>
              <a:gd name="connsiteX12" fmla="*/ 7271492 w 7276723"/>
              <a:gd name="connsiteY12" fmla="*/ 2585743 h 3795113"/>
              <a:gd name="connsiteX13" fmla="*/ 7025685 w 7276723"/>
              <a:gd name="connsiteY13" fmla="*/ 3254337 h 3795113"/>
              <a:gd name="connsiteX14" fmla="*/ 6091621 w 7276723"/>
              <a:gd name="connsiteY14" fmla="*/ 3598466 h 3795113"/>
              <a:gd name="connsiteX15" fmla="*/ 4842924 w 7276723"/>
              <a:gd name="connsiteY15" fmla="*/ 3726285 h 3795113"/>
              <a:gd name="connsiteX16" fmla="*/ 3525402 w 7276723"/>
              <a:gd name="connsiteY16" fmla="*/ 3745950 h 3795113"/>
              <a:gd name="connsiteX17" fmla="*/ 2650331 w 7276723"/>
              <a:gd name="connsiteY17" fmla="*/ 3067524 h 3795113"/>
              <a:gd name="connsiteX18" fmla="*/ 1883414 w 7276723"/>
              <a:gd name="connsiteY18" fmla="*/ 2693898 h 3795113"/>
              <a:gd name="connsiteX19" fmla="*/ 762340 w 7276723"/>
              <a:gd name="connsiteY19" fmla="*/ 2929479 h 3795113"/>
              <a:gd name="connsiteX20" fmla="*/ 44782 w 7276723"/>
              <a:gd name="connsiteY20" fmla="*/ 2703730 h 3795113"/>
              <a:gd name="connsiteX21" fmla="*/ 192266 w 7276723"/>
              <a:gd name="connsiteY21" fmla="*/ 1828659 h 3795113"/>
              <a:gd name="connsiteX22" fmla="*/ 1143242 w 7276723"/>
              <a:gd name="connsiteY22" fmla="*/ 1511864 h 3795113"/>
              <a:gd name="connsiteX23" fmla="*/ 2335698 w 7276723"/>
              <a:gd name="connsiteY23" fmla="*/ 1386207 h 3795113"/>
              <a:gd name="connsiteX0" fmla="*/ 2335698 w 7296453"/>
              <a:gd name="connsiteY0" fmla="*/ 1386207 h 3795113"/>
              <a:gd name="connsiteX1" fmla="*/ 2925634 w 7296453"/>
              <a:gd name="connsiteY1" fmla="*/ 176840 h 3795113"/>
              <a:gd name="connsiteX2" fmla="*/ 3338589 w 7296453"/>
              <a:gd name="connsiteY2" fmla="*/ 19524 h 3795113"/>
              <a:gd name="connsiteX3" fmla="*/ 3495905 w 7296453"/>
              <a:gd name="connsiteY3" fmla="*/ 570130 h 3795113"/>
              <a:gd name="connsiteX4" fmla="*/ 3377918 w 7296453"/>
              <a:gd name="connsiteY4" fmla="*/ 1455034 h 3795113"/>
              <a:gd name="connsiteX5" fmla="*/ 3948189 w 7296453"/>
              <a:gd name="connsiteY5" fmla="*/ 2261279 h 3795113"/>
              <a:gd name="connsiteX6" fmla="*/ 4980576 w 7296453"/>
              <a:gd name="connsiteY6" fmla="*/ 2418595 h 3795113"/>
              <a:gd name="connsiteX7" fmla="*/ 5875311 w 7296453"/>
              <a:gd name="connsiteY7" fmla="*/ 1985975 h 3795113"/>
              <a:gd name="connsiteX8" fmla="*/ 6593066 w 7296453"/>
              <a:gd name="connsiteY8" fmla="*/ 992917 h 3795113"/>
              <a:gd name="connsiteX9" fmla="*/ 7015853 w 7296453"/>
              <a:gd name="connsiteY9" fmla="*/ 924092 h 3795113"/>
              <a:gd name="connsiteX10" fmla="*/ 7183001 w 7296453"/>
              <a:gd name="connsiteY10" fmla="*/ 1553356 h 3795113"/>
              <a:gd name="connsiteX11" fmla="*/ 7278178 w 7296453"/>
              <a:gd name="connsiteY11" fmla="*/ 1842031 h 3795113"/>
              <a:gd name="connsiteX12" fmla="*/ 7271492 w 7296453"/>
              <a:gd name="connsiteY12" fmla="*/ 2585743 h 3795113"/>
              <a:gd name="connsiteX13" fmla="*/ 7025685 w 7296453"/>
              <a:gd name="connsiteY13" fmla="*/ 3254337 h 3795113"/>
              <a:gd name="connsiteX14" fmla="*/ 6091621 w 7296453"/>
              <a:gd name="connsiteY14" fmla="*/ 3598466 h 3795113"/>
              <a:gd name="connsiteX15" fmla="*/ 4842924 w 7296453"/>
              <a:gd name="connsiteY15" fmla="*/ 3726285 h 3795113"/>
              <a:gd name="connsiteX16" fmla="*/ 3525402 w 7296453"/>
              <a:gd name="connsiteY16" fmla="*/ 3745950 h 3795113"/>
              <a:gd name="connsiteX17" fmla="*/ 2650331 w 7296453"/>
              <a:gd name="connsiteY17" fmla="*/ 3067524 h 3795113"/>
              <a:gd name="connsiteX18" fmla="*/ 1883414 w 7296453"/>
              <a:gd name="connsiteY18" fmla="*/ 2693898 h 3795113"/>
              <a:gd name="connsiteX19" fmla="*/ 762340 w 7296453"/>
              <a:gd name="connsiteY19" fmla="*/ 2929479 h 3795113"/>
              <a:gd name="connsiteX20" fmla="*/ 44782 w 7296453"/>
              <a:gd name="connsiteY20" fmla="*/ 2703730 h 3795113"/>
              <a:gd name="connsiteX21" fmla="*/ 192266 w 7296453"/>
              <a:gd name="connsiteY21" fmla="*/ 1828659 h 3795113"/>
              <a:gd name="connsiteX22" fmla="*/ 1143242 w 7296453"/>
              <a:gd name="connsiteY22" fmla="*/ 1511864 h 3795113"/>
              <a:gd name="connsiteX23" fmla="*/ 2335698 w 7296453"/>
              <a:gd name="connsiteY23" fmla="*/ 1386207 h 3795113"/>
              <a:gd name="connsiteX0" fmla="*/ 2335698 w 7296453"/>
              <a:gd name="connsiteY0" fmla="*/ 1386207 h 3795113"/>
              <a:gd name="connsiteX1" fmla="*/ 2925634 w 7296453"/>
              <a:gd name="connsiteY1" fmla="*/ 176840 h 3795113"/>
              <a:gd name="connsiteX2" fmla="*/ 3338589 w 7296453"/>
              <a:gd name="connsiteY2" fmla="*/ 19524 h 3795113"/>
              <a:gd name="connsiteX3" fmla="*/ 3495905 w 7296453"/>
              <a:gd name="connsiteY3" fmla="*/ 570130 h 3795113"/>
              <a:gd name="connsiteX4" fmla="*/ 3377918 w 7296453"/>
              <a:gd name="connsiteY4" fmla="*/ 1455034 h 3795113"/>
              <a:gd name="connsiteX5" fmla="*/ 3948189 w 7296453"/>
              <a:gd name="connsiteY5" fmla="*/ 2261279 h 3795113"/>
              <a:gd name="connsiteX6" fmla="*/ 4980576 w 7296453"/>
              <a:gd name="connsiteY6" fmla="*/ 2418595 h 3795113"/>
              <a:gd name="connsiteX7" fmla="*/ 5875311 w 7296453"/>
              <a:gd name="connsiteY7" fmla="*/ 1985975 h 3795113"/>
              <a:gd name="connsiteX8" fmla="*/ 6593066 w 7296453"/>
              <a:gd name="connsiteY8" fmla="*/ 992917 h 3795113"/>
              <a:gd name="connsiteX9" fmla="*/ 7015853 w 7296453"/>
              <a:gd name="connsiteY9" fmla="*/ 924092 h 3795113"/>
              <a:gd name="connsiteX10" fmla="*/ 7183001 w 7296453"/>
              <a:gd name="connsiteY10" fmla="*/ 1553356 h 3795113"/>
              <a:gd name="connsiteX11" fmla="*/ 7278178 w 7296453"/>
              <a:gd name="connsiteY11" fmla="*/ 1842031 h 3795113"/>
              <a:gd name="connsiteX12" fmla="*/ 7271492 w 7296453"/>
              <a:gd name="connsiteY12" fmla="*/ 2585743 h 3795113"/>
              <a:gd name="connsiteX13" fmla="*/ 7025685 w 7296453"/>
              <a:gd name="connsiteY13" fmla="*/ 3254337 h 3795113"/>
              <a:gd name="connsiteX14" fmla="*/ 6091621 w 7296453"/>
              <a:gd name="connsiteY14" fmla="*/ 3598466 h 3795113"/>
              <a:gd name="connsiteX15" fmla="*/ 4842924 w 7296453"/>
              <a:gd name="connsiteY15" fmla="*/ 3726285 h 3795113"/>
              <a:gd name="connsiteX16" fmla="*/ 3525402 w 7296453"/>
              <a:gd name="connsiteY16" fmla="*/ 3745950 h 3795113"/>
              <a:gd name="connsiteX17" fmla="*/ 2650331 w 7296453"/>
              <a:gd name="connsiteY17" fmla="*/ 3067524 h 3795113"/>
              <a:gd name="connsiteX18" fmla="*/ 1883414 w 7296453"/>
              <a:gd name="connsiteY18" fmla="*/ 2693898 h 3795113"/>
              <a:gd name="connsiteX19" fmla="*/ 762340 w 7296453"/>
              <a:gd name="connsiteY19" fmla="*/ 2929479 h 3795113"/>
              <a:gd name="connsiteX20" fmla="*/ 44782 w 7296453"/>
              <a:gd name="connsiteY20" fmla="*/ 2703730 h 3795113"/>
              <a:gd name="connsiteX21" fmla="*/ 192266 w 7296453"/>
              <a:gd name="connsiteY21" fmla="*/ 1828659 h 3795113"/>
              <a:gd name="connsiteX22" fmla="*/ 1143242 w 7296453"/>
              <a:gd name="connsiteY22" fmla="*/ 1511864 h 3795113"/>
              <a:gd name="connsiteX23" fmla="*/ 2335698 w 7296453"/>
              <a:gd name="connsiteY23" fmla="*/ 1386207 h 3795113"/>
              <a:gd name="connsiteX0" fmla="*/ 2335698 w 7306806"/>
              <a:gd name="connsiteY0" fmla="*/ 1386207 h 3795113"/>
              <a:gd name="connsiteX1" fmla="*/ 2925634 w 7306806"/>
              <a:gd name="connsiteY1" fmla="*/ 176840 h 3795113"/>
              <a:gd name="connsiteX2" fmla="*/ 3338589 w 7306806"/>
              <a:gd name="connsiteY2" fmla="*/ 19524 h 3795113"/>
              <a:gd name="connsiteX3" fmla="*/ 3495905 w 7306806"/>
              <a:gd name="connsiteY3" fmla="*/ 570130 h 3795113"/>
              <a:gd name="connsiteX4" fmla="*/ 3377918 w 7306806"/>
              <a:gd name="connsiteY4" fmla="*/ 1455034 h 3795113"/>
              <a:gd name="connsiteX5" fmla="*/ 3948189 w 7306806"/>
              <a:gd name="connsiteY5" fmla="*/ 2261279 h 3795113"/>
              <a:gd name="connsiteX6" fmla="*/ 4980576 w 7306806"/>
              <a:gd name="connsiteY6" fmla="*/ 2418595 h 3795113"/>
              <a:gd name="connsiteX7" fmla="*/ 5875311 w 7306806"/>
              <a:gd name="connsiteY7" fmla="*/ 1985975 h 3795113"/>
              <a:gd name="connsiteX8" fmla="*/ 6593066 w 7306806"/>
              <a:gd name="connsiteY8" fmla="*/ 992917 h 3795113"/>
              <a:gd name="connsiteX9" fmla="*/ 7015853 w 7306806"/>
              <a:gd name="connsiteY9" fmla="*/ 924092 h 3795113"/>
              <a:gd name="connsiteX10" fmla="*/ 7278178 w 7306806"/>
              <a:gd name="connsiteY10" fmla="*/ 1842031 h 3795113"/>
              <a:gd name="connsiteX11" fmla="*/ 7271492 w 7306806"/>
              <a:gd name="connsiteY11" fmla="*/ 2585743 h 3795113"/>
              <a:gd name="connsiteX12" fmla="*/ 7025685 w 7306806"/>
              <a:gd name="connsiteY12" fmla="*/ 3254337 h 3795113"/>
              <a:gd name="connsiteX13" fmla="*/ 6091621 w 7306806"/>
              <a:gd name="connsiteY13" fmla="*/ 3598466 h 3795113"/>
              <a:gd name="connsiteX14" fmla="*/ 4842924 w 7306806"/>
              <a:gd name="connsiteY14" fmla="*/ 3726285 h 3795113"/>
              <a:gd name="connsiteX15" fmla="*/ 3525402 w 7306806"/>
              <a:gd name="connsiteY15" fmla="*/ 3745950 h 3795113"/>
              <a:gd name="connsiteX16" fmla="*/ 2650331 w 7306806"/>
              <a:gd name="connsiteY16" fmla="*/ 3067524 h 3795113"/>
              <a:gd name="connsiteX17" fmla="*/ 1883414 w 7306806"/>
              <a:gd name="connsiteY17" fmla="*/ 2693898 h 3795113"/>
              <a:gd name="connsiteX18" fmla="*/ 762340 w 7306806"/>
              <a:gd name="connsiteY18" fmla="*/ 2929479 h 3795113"/>
              <a:gd name="connsiteX19" fmla="*/ 44782 w 7306806"/>
              <a:gd name="connsiteY19" fmla="*/ 2703730 h 3795113"/>
              <a:gd name="connsiteX20" fmla="*/ 192266 w 7306806"/>
              <a:gd name="connsiteY20" fmla="*/ 1828659 h 3795113"/>
              <a:gd name="connsiteX21" fmla="*/ 1143242 w 7306806"/>
              <a:gd name="connsiteY21" fmla="*/ 1511864 h 3795113"/>
              <a:gd name="connsiteX22" fmla="*/ 2335698 w 7306806"/>
              <a:gd name="connsiteY22" fmla="*/ 1386207 h 3795113"/>
              <a:gd name="connsiteX0" fmla="*/ 2335698 w 7306806"/>
              <a:gd name="connsiteY0" fmla="*/ 1386207 h 3795113"/>
              <a:gd name="connsiteX1" fmla="*/ 2925634 w 7306806"/>
              <a:gd name="connsiteY1" fmla="*/ 176840 h 3795113"/>
              <a:gd name="connsiteX2" fmla="*/ 3338589 w 7306806"/>
              <a:gd name="connsiteY2" fmla="*/ 19524 h 3795113"/>
              <a:gd name="connsiteX3" fmla="*/ 3495905 w 7306806"/>
              <a:gd name="connsiteY3" fmla="*/ 570130 h 3795113"/>
              <a:gd name="connsiteX4" fmla="*/ 3377918 w 7306806"/>
              <a:gd name="connsiteY4" fmla="*/ 1455034 h 3795113"/>
              <a:gd name="connsiteX5" fmla="*/ 3948189 w 7306806"/>
              <a:gd name="connsiteY5" fmla="*/ 2261279 h 3795113"/>
              <a:gd name="connsiteX6" fmla="*/ 4980576 w 7306806"/>
              <a:gd name="connsiteY6" fmla="*/ 2418595 h 3795113"/>
              <a:gd name="connsiteX7" fmla="*/ 5875311 w 7306806"/>
              <a:gd name="connsiteY7" fmla="*/ 1985975 h 3795113"/>
              <a:gd name="connsiteX8" fmla="*/ 6593066 w 7306806"/>
              <a:gd name="connsiteY8" fmla="*/ 992917 h 3795113"/>
              <a:gd name="connsiteX9" fmla="*/ 7015853 w 7306806"/>
              <a:gd name="connsiteY9" fmla="*/ 924092 h 3795113"/>
              <a:gd name="connsiteX10" fmla="*/ 7278178 w 7306806"/>
              <a:gd name="connsiteY10" fmla="*/ 1842031 h 3795113"/>
              <a:gd name="connsiteX11" fmla="*/ 7271492 w 7306806"/>
              <a:gd name="connsiteY11" fmla="*/ 2585743 h 3795113"/>
              <a:gd name="connsiteX12" fmla="*/ 7025685 w 7306806"/>
              <a:gd name="connsiteY12" fmla="*/ 3254337 h 3795113"/>
              <a:gd name="connsiteX13" fmla="*/ 6091621 w 7306806"/>
              <a:gd name="connsiteY13" fmla="*/ 3598466 h 3795113"/>
              <a:gd name="connsiteX14" fmla="*/ 4842924 w 7306806"/>
              <a:gd name="connsiteY14" fmla="*/ 3726285 h 3795113"/>
              <a:gd name="connsiteX15" fmla="*/ 3525402 w 7306806"/>
              <a:gd name="connsiteY15" fmla="*/ 3745950 h 3795113"/>
              <a:gd name="connsiteX16" fmla="*/ 2650331 w 7306806"/>
              <a:gd name="connsiteY16" fmla="*/ 3067524 h 3795113"/>
              <a:gd name="connsiteX17" fmla="*/ 1883414 w 7306806"/>
              <a:gd name="connsiteY17" fmla="*/ 2693898 h 3795113"/>
              <a:gd name="connsiteX18" fmla="*/ 762340 w 7306806"/>
              <a:gd name="connsiteY18" fmla="*/ 2929479 h 3795113"/>
              <a:gd name="connsiteX19" fmla="*/ 44782 w 7306806"/>
              <a:gd name="connsiteY19" fmla="*/ 2703730 h 3795113"/>
              <a:gd name="connsiteX20" fmla="*/ 192266 w 7306806"/>
              <a:gd name="connsiteY20" fmla="*/ 1828659 h 3795113"/>
              <a:gd name="connsiteX21" fmla="*/ 1143242 w 7306806"/>
              <a:gd name="connsiteY21" fmla="*/ 1511864 h 3795113"/>
              <a:gd name="connsiteX22" fmla="*/ 2335698 w 7306806"/>
              <a:gd name="connsiteY22" fmla="*/ 1386207 h 3795113"/>
              <a:gd name="connsiteX0" fmla="*/ 2335698 w 7306806"/>
              <a:gd name="connsiteY0" fmla="*/ 1386207 h 3820901"/>
              <a:gd name="connsiteX1" fmla="*/ 2925634 w 7306806"/>
              <a:gd name="connsiteY1" fmla="*/ 176840 h 3820901"/>
              <a:gd name="connsiteX2" fmla="*/ 3338589 w 7306806"/>
              <a:gd name="connsiteY2" fmla="*/ 19524 h 3820901"/>
              <a:gd name="connsiteX3" fmla="*/ 3495905 w 7306806"/>
              <a:gd name="connsiteY3" fmla="*/ 570130 h 3820901"/>
              <a:gd name="connsiteX4" fmla="*/ 3377918 w 7306806"/>
              <a:gd name="connsiteY4" fmla="*/ 1455034 h 3820901"/>
              <a:gd name="connsiteX5" fmla="*/ 3948189 w 7306806"/>
              <a:gd name="connsiteY5" fmla="*/ 2261279 h 3820901"/>
              <a:gd name="connsiteX6" fmla="*/ 4980576 w 7306806"/>
              <a:gd name="connsiteY6" fmla="*/ 2418595 h 3820901"/>
              <a:gd name="connsiteX7" fmla="*/ 5875311 w 7306806"/>
              <a:gd name="connsiteY7" fmla="*/ 1985975 h 3820901"/>
              <a:gd name="connsiteX8" fmla="*/ 6593066 w 7306806"/>
              <a:gd name="connsiteY8" fmla="*/ 992917 h 3820901"/>
              <a:gd name="connsiteX9" fmla="*/ 7015853 w 7306806"/>
              <a:gd name="connsiteY9" fmla="*/ 924092 h 3820901"/>
              <a:gd name="connsiteX10" fmla="*/ 7278178 w 7306806"/>
              <a:gd name="connsiteY10" fmla="*/ 1842031 h 3820901"/>
              <a:gd name="connsiteX11" fmla="*/ 7271492 w 7306806"/>
              <a:gd name="connsiteY11" fmla="*/ 2585743 h 3820901"/>
              <a:gd name="connsiteX12" fmla="*/ 7025685 w 7306806"/>
              <a:gd name="connsiteY12" fmla="*/ 3254337 h 3820901"/>
              <a:gd name="connsiteX13" fmla="*/ 6091621 w 7306806"/>
              <a:gd name="connsiteY13" fmla="*/ 3598466 h 3820901"/>
              <a:gd name="connsiteX14" fmla="*/ 4855116 w 7306806"/>
              <a:gd name="connsiteY14" fmla="*/ 3787245 h 3820901"/>
              <a:gd name="connsiteX15" fmla="*/ 3525402 w 7306806"/>
              <a:gd name="connsiteY15" fmla="*/ 3745950 h 3820901"/>
              <a:gd name="connsiteX16" fmla="*/ 2650331 w 7306806"/>
              <a:gd name="connsiteY16" fmla="*/ 3067524 h 3820901"/>
              <a:gd name="connsiteX17" fmla="*/ 1883414 w 7306806"/>
              <a:gd name="connsiteY17" fmla="*/ 2693898 h 3820901"/>
              <a:gd name="connsiteX18" fmla="*/ 762340 w 7306806"/>
              <a:gd name="connsiteY18" fmla="*/ 2929479 h 3820901"/>
              <a:gd name="connsiteX19" fmla="*/ 44782 w 7306806"/>
              <a:gd name="connsiteY19" fmla="*/ 2703730 h 3820901"/>
              <a:gd name="connsiteX20" fmla="*/ 192266 w 7306806"/>
              <a:gd name="connsiteY20" fmla="*/ 1828659 h 3820901"/>
              <a:gd name="connsiteX21" fmla="*/ 1143242 w 7306806"/>
              <a:gd name="connsiteY21" fmla="*/ 1511864 h 3820901"/>
              <a:gd name="connsiteX22" fmla="*/ 2335698 w 7306806"/>
              <a:gd name="connsiteY22" fmla="*/ 1386207 h 3820901"/>
              <a:gd name="connsiteX0" fmla="*/ 2335698 w 7306806"/>
              <a:gd name="connsiteY0" fmla="*/ 1386207 h 3820901"/>
              <a:gd name="connsiteX1" fmla="*/ 2925634 w 7306806"/>
              <a:gd name="connsiteY1" fmla="*/ 176840 h 3820901"/>
              <a:gd name="connsiteX2" fmla="*/ 3338589 w 7306806"/>
              <a:gd name="connsiteY2" fmla="*/ 19524 h 3820901"/>
              <a:gd name="connsiteX3" fmla="*/ 3495905 w 7306806"/>
              <a:gd name="connsiteY3" fmla="*/ 570130 h 3820901"/>
              <a:gd name="connsiteX4" fmla="*/ 3377918 w 7306806"/>
              <a:gd name="connsiteY4" fmla="*/ 1455034 h 3820901"/>
              <a:gd name="connsiteX5" fmla="*/ 3948189 w 7306806"/>
              <a:gd name="connsiteY5" fmla="*/ 2261279 h 3820901"/>
              <a:gd name="connsiteX6" fmla="*/ 4980576 w 7306806"/>
              <a:gd name="connsiteY6" fmla="*/ 2418595 h 3820901"/>
              <a:gd name="connsiteX7" fmla="*/ 5875311 w 7306806"/>
              <a:gd name="connsiteY7" fmla="*/ 1985975 h 3820901"/>
              <a:gd name="connsiteX8" fmla="*/ 6593066 w 7306806"/>
              <a:gd name="connsiteY8" fmla="*/ 992917 h 3820901"/>
              <a:gd name="connsiteX9" fmla="*/ 7015853 w 7306806"/>
              <a:gd name="connsiteY9" fmla="*/ 924092 h 3820901"/>
              <a:gd name="connsiteX10" fmla="*/ 7278178 w 7306806"/>
              <a:gd name="connsiteY10" fmla="*/ 1842031 h 3820901"/>
              <a:gd name="connsiteX11" fmla="*/ 7271492 w 7306806"/>
              <a:gd name="connsiteY11" fmla="*/ 2585743 h 3820901"/>
              <a:gd name="connsiteX12" fmla="*/ 7025685 w 7306806"/>
              <a:gd name="connsiteY12" fmla="*/ 3254337 h 3820901"/>
              <a:gd name="connsiteX13" fmla="*/ 6091621 w 7306806"/>
              <a:gd name="connsiteY13" fmla="*/ 3598466 h 3820901"/>
              <a:gd name="connsiteX14" fmla="*/ 4855116 w 7306806"/>
              <a:gd name="connsiteY14" fmla="*/ 3787245 h 3820901"/>
              <a:gd name="connsiteX15" fmla="*/ 3525402 w 7306806"/>
              <a:gd name="connsiteY15" fmla="*/ 3745950 h 3820901"/>
              <a:gd name="connsiteX16" fmla="*/ 2650331 w 7306806"/>
              <a:gd name="connsiteY16" fmla="*/ 3067524 h 3820901"/>
              <a:gd name="connsiteX17" fmla="*/ 1883414 w 7306806"/>
              <a:gd name="connsiteY17" fmla="*/ 2693898 h 3820901"/>
              <a:gd name="connsiteX18" fmla="*/ 762340 w 7306806"/>
              <a:gd name="connsiteY18" fmla="*/ 2929479 h 3820901"/>
              <a:gd name="connsiteX19" fmla="*/ 44782 w 7306806"/>
              <a:gd name="connsiteY19" fmla="*/ 2703730 h 3820901"/>
              <a:gd name="connsiteX20" fmla="*/ 192266 w 7306806"/>
              <a:gd name="connsiteY20" fmla="*/ 1828659 h 3820901"/>
              <a:gd name="connsiteX21" fmla="*/ 1143242 w 7306806"/>
              <a:gd name="connsiteY21" fmla="*/ 1511864 h 3820901"/>
              <a:gd name="connsiteX22" fmla="*/ 2335698 w 7306806"/>
              <a:gd name="connsiteY22" fmla="*/ 1386207 h 3820901"/>
              <a:gd name="connsiteX0" fmla="*/ 2335698 w 7306806"/>
              <a:gd name="connsiteY0" fmla="*/ 1386207 h 3820901"/>
              <a:gd name="connsiteX1" fmla="*/ 2925634 w 7306806"/>
              <a:gd name="connsiteY1" fmla="*/ 176840 h 3820901"/>
              <a:gd name="connsiteX2" fmla="*/ 3338589 w 7306806"/>
              <a:gd name="connsiteY2" fmla="*/ 19524 h 3820901"/>
              <a:gd name="connsiteX3" fmla="*/ 3495905 w 7306806"/>
              <a:gd name="connsiteY3" fmla="*/ 570130 h 3820901"/>
              <a:gd name="connsiteX4" fmla="*/ 3377918 w 7306806"/>
              <a:gd name="connsiteY4" fmla="*/ 1455034 h 3820901"/>
              <a:gd name="connsiteX5" fmla="*/ 3948189 w 7306806"/>
              <a:gd name="connsiteY5" fmla="*/ 2261279 h 3820901"/>
              <a:gd name="connsiteX6" fmla="*/ 4980576 w 7306806"/>
              <a:gd name="connsiteY6" fmla="*/ 2418595 h 3820901"/>
              <a:gd name="connsiteX7" fmla="*/ 5875311 w 7306806"/>
              <a:gd name="connsiteY7" fmla="*/ 1985975 h 3820901"/>
              <a:gd name="connsiteX8" fmla="*/ 6593066 w 7306806"/>
              <a:gd name="connsiteY8" fmla="*/ 992917 h 3820901"/>
              <a:gd name="connsiteX9" fmla="*/ 7015853 w 7306806"/>
              <a:gd name="connsiteY9" fmla="*/ 924092 h 3820901"/>
              <a:gd name="connsiteX10" fmla="*/ 7278178 w 7306806"/>
              <a:gd name="connsiteY10" fmla="*/ 1842031 h 3820901"/>
              <a:gd name="connsiteX11" fmla="*/ 7271492 w 7306806"/>
              <a:gd name="connsiteY11" fmla="*/ 2585743 h 3820901"/>
              <a:gd name="connsiteX12" fmla="*/ 7025685 w 7306806"/>
              <a:gd name="connsiteY12" fmla="*/ 3254337 h 3820901"/>
              <a:gd name="connsiteX13" fmla="*/ 6091621 w 7306806"/>
              <a:gd name="connsiteY13" fmla="*/ 3598466 h 3820901"/>
              <a:gd name="connsiteX14" fmla="*/ 4855116 w 7306806"/>
              <a:gd name="connsiteY14" fmla="*/ 3787245 h 3820901"/>
              <a:gd name="connsiteX15" fmla="*/ 3525402 w 7306806"/>
              <a:gd name="connsiteY15" fmla="*/ 3745950 h 3820901"/>
              <a:gd name="connsiteX16" fmla="*/ 2650331 w 7306806"/>
              <a:gd name="connsiteY16" fmla="*/ 3067524 h 3820901"/>
              <a:gd name="connsiteX17" fmla="*/ 1883414 w 7306806"/>
              <a:gd name="connsiteY17" fmla="*/ 2693898 h 3820901"/>
              <a:gd name="connsiteX18" fmla="*/ 762340 w 7306806"/>
              <a:gd name="connsiteY18" fmla="*/ 2929479 h 3820901"/>
              <a:gd name="connsiteX19" fmla="*/ 44782 w 7306806"/>
              <a:gd name="connsiteY19" fmla="*/ 2703730 h 3820901"/>
              <a:gd name="connsiteX20" fmla="*/ 192266 w 7306806"/>
              <a:gd name="connsiteY20" fmla="*/ 1828659 h 3820901"/>
              <a:gd name="connsiteX21" fmla="*/ 1143242 w 7306806"/>
              <a:gd name="connsiteY21" fmla="*/ 1511864 h 3820901"/>
              <a:gd name="connsiteX22" fmla="*/ 2335698 w 7306806"/>
              <a:gd name="connsiteY22" fmla="*/ 1386207 h 3820901"/>
              <a:gd name="connsiteX0" fmla="*/ 2335698 w 7306806"/>
              <a:gd name="connsiteY0" fmla="*/ 1269553 h 3704247"/>
              <a:gd name="connsiteX1" fmla="*/ 2925634 w 7306806"/>
              <a:gd name="connsiteY1" fmla="*/ 60186 h 3704247"/>
              <a:gd name="connsiteX2" fmla="*/ 3308109 w 7306806"/>
              <a:gd name="connsiteY2" fmla="*/ 79654 h 3704247"/>
              <a:gd name="connsiteX3" fmla="*/ 3495905 w 7306806"/>
              <a:gd name="connsiteY3" fmla="*/ 453476 h 3704247"/>
              <a:gd name="connsiteX4" fmla="*/ 3377918 w 7306806"/>
              <a:gd name="connsiteY4" fmla="*/ 1338380 h 3704247"/>
              <a:gd name="connsiteX5" fmla="*/ 3948189 w 7306806"/>
              <a:gd name="connsiteY5" fmla="*/ 2144625 h 3704247"/>
              <a:gd name="connsiteX6" fmla="*/ 4980576 w 7306806"/>
              <a:gd name="connsiteY6" fmla="*/ 2301941 h 3704247"/>
              <a:gd name="connsiteX7" fmla="*/ 5875311 w 7306806"/>
              <a:gd name="connsiteY7" fmla="*/ 1869321 h 3704247"/>
              <a:gd name="connsiteX8" fmla="*/ 6593066 w 7306806"/>
              <a:gd name="connsiteY8" fmla="*/ 876263 h 3704247"/>
              <a:gd name="connsiteX9" fmla="*/ 7015853 w 7306806"/>
              <a:gd name="connsiteY9" fmla="*/ 807438 h 3704247"/>
              <a:gd name="connsiteX10" fmla="*/ 7278178 w 7306806"/>
              <a:gd name="connsiteY10" fmla="*/ 1725377 h 3704247"/>
              <a:gd name="connsiteX11" fmla="*/ 7271492 w 7306806"/>
              <a:gd name="connsiteY11" fmla="*/ 2469089 h 3704247"/>
              <a:gd name="connsiteX12" fmla="*/ 7025685 w 7306806"/>
              <a:gd name="connsiteY12" fmla="*/ 3137683 h 3704247"/>
              <a:gd name="connsiteX13" fmla="*/ 6091621 w 7306806"/>
              <a:gd name="connsiteY13" fmla="*/ 3481812 h 3704247"/>
              <a:gd name="connsiteX14" fmla="*/ 4855116 w 7306806"/>
              <a:gd name="connsiteY14" fmla="*/ 3670591 h 3704247"/>
              <a:gd name="connsiteX15" fmla="*/ 3525402 w 7306806"/>
              <a:gd name="connsiteY15" fmla="*/ 3629296 h 3704247"/>
              <a:gd name="connsiteX16" fmla="*/ 2650331 w 7306806"/>
              <a:gd name="connsiteY16" fmla="*/ 2950870 h 3704247"/>
              <a:gd name="connsiteX17" fmla="*/ 1883414 w 7306806"/>
              <a:gd name="connsiteY17" fmla="*/ 2577244 h 3704247"/>
              <a:gd name="connsiteX18" fmla="*/ 762340 w 7306806"/>
              <a:gd name="connsiteY18" fmla="*/ 2812825 h 3704247"/>
              <a:gd name="connsiteX19" fmla="*/ 44782 w 7306806"/>
              <a:gd name="connsiteY19" fmla="*/ 2587076 h 3704247"/>
              <a:gd name="connsiteX20" fmla="*/ 192266 w 7306806"/>
              <a:gd name="connsiteY20" fmla="*/ 1712005 h 3704247"/>
              <a:gd name="connsiteX21" fmla="*/ 1143242 w 7306806"/>
              <a:gd name="connsiteY21" fmla="*/ 1395210 h 3704247"/>
              <a:gd name="connsiteX22" fmla="*/ 2335698 w 7306806"/>
              <a:gd name="connsiteY22" fmla="*/ 1269553 h 3704247"/>
              <a:gd name="connsiteX0" fmla="*/ 2335698 w 7306806"/>
              <a:gd name="connsiteY0" fmla="*/ 1354586 h 3789280"/>
              <a:gd name="connsiteX1" fmla="*/ 2925634 w 7306806"/>
              <a:gd name="connsiteY1" fmla="*/ 145219 h 3789280"/>
              <a:gd name="connsiteX2" fmla="*/ 3430029 w 7306806"/>
              <a:gd name="connsiteY2" fmla="*/ 24479 h 3789280"/>
              <a:gd name="connsiteX3" fmla="*/ 3495905 w 7306806"/>
              <a:gd name="connsiteY3" fmla="*/ 538509 h 3789280"/>
              <a:gd name="connsiteX4" fmla="*/ 3377918 w 7306806"/>
              <a:gd name="connsiteY4" fmla="*/ 1423413 h 3789280"/>
              <a:gd name="connsiteX5" fmla="*/ 3948189 w 7306806"/>
              <a:gd name="connsiteY5" fmla="*/ 2229658 h 3789280"/>
              <a:gd name="connsiteX6" fmla="*/ 4980576 w 7306806"/>
              <a:gd name="connsiteY6" fmla="*/ 2386974 h 3789280"/>
              <a:gd name="connsiteX7" fmla="*/ 5875311 w 7306806"/>
              <a:gd name="connsiteY7" fmla="*/ 1954354 h 3789280"/>
              <a:gd name="connsiteX8" fmla="*/ 6593066 w 7306806"/>
              <a:gd name="connsiteY8" fmla="*/ 961296 h 3789280"/>
              <a:gd name="connsiteX9" fmla="*/ 7015853 w 7306806"/>
              <a:gd name="connsiteY9" fmla="*/ 892471 h 3789280"/>
              <a:gd name="connsiteX10" fmla="*/ 7278178 w 7306806"/>
              <a:gd name="connsiteY10" fmla="*/ 1810410 h 3789280"/>
              <a:gd name="connsiteX11" fmla="*/ 7271492 w 7306806"/>
              <a:gd name="connsiteY11" fmla="*/ 2554122 h 3789280"/>
              <a:gd name="connsiteX12" fmla="*/ 7025685 w 7306806"/>
              <a:gd name="connsiteY12" fmla="*/ 3222716 h 3789280"/>
              <a:gd name="connsiteX13" fmla="*/ 6091621 w 7306806"/>
              <a:gd name="connsiteY13" fmla="*/ 3566845 h 3789280"/>
              <a:gd name="connsiteX14" fmla="*/ 4855116 w 7306806"/>
              <a:gd name="connsiteY14" fmla="*/ 3755624 h 3789280"/>
              <a:gd name="connsiteX15" fmla="*/ 3525402 w 7306806"/>
              <a:gd name="connsiteY15" fmla="*/ 3714329 h 3789280"/>
              <a:gd name="connsiteX16" fmla="*/ 2650331 w 7306806"/>
              <a:gd name="connsiteY16" fmla="*/ 3035903 h 3789280"/>
              <a:gd name="connsiteX17" fmla="*/ 1883414 w 7306806"/>
              <a:gd name="connsiteY17" fmla="*/ 2662277 h 3789280"/>
              <a:gd name="connsiteX18" fmla="*/ 762340 w 7306806"/>
              <a:gd name="connsiteY18" fmla="*/ 2897858 h 3789280"/>
              <a:gd name="connsiteX19" fmla="*/ 44782 w 7306806"/>
              <a:gd name="connsiteY19" fmla="*/ 2672109 h 3789280"/>
              <a:gd name="connsiteX20" fmla="*/ 192266 w 7306806"/>
              <a:gd name="connsiteY20" fmla="*/ 1797038 h 3789280"/>
              <a:gd name="connsiteX21" fmla="*/ 1143242 w 7306806"/>
              <a:gd name="connsiteY21" fmla="*/ 1480243 h 3789280"/>
              <a:gd name="connsiteX22" fmla="*/ 2335698 w 7306806"/>
              <a:gd name="connsiteY22" fmla="*/ 1354586 h 378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306806" h="3789280">
                <a:moveTo>
                  <a:pt x="2335698" y="1354586"/>
                </a:moveTo>
                <a:cubicBezTo>
                  <a:pt x="2632763" y="1132082"/>
                  <a:pt x="2758486" y="373000"/>
                  <a:pt x="2925634" y="145219"/>
                </a:cubicBezTo>
                <a:cubicBezTo>
                  <a:pt x="3084589" y="33787"/>
                  <a:pt x="3334984" y="-41069"/>
                  <a:pt x="3430029" y="24479"/>
                </a:cubicBezTo>
                <a:cubicBezTo>
                  <a:pt x="3525074" y="90027"/>
                  <a:pt x="3504590" y="305353"/>
                  <a:pt x="3495905" y="538509"/>
                </a:cubicBezTo>
                <a:cubicBezTo>
                  <a:pt x="3487220" y="771665"/>
                  <a:pt x="3302537" y="1141555"/>
                  <a:pt x="3377918" y="1423413"/>
                </a:cubicBezTo>
                <a:cubicBezTo>
                  <a:pt x="3453299" y="1705271"/>
                  <a:pt x="3681079" y="2069065"/>
                  <a:pt x="3948189" y="2229658"/>
                </a:cubicBezTo>
                <a:cubicBezTo>
                  <a:pt x="4215299" y="2390251"/>
                  <a:pt x="4659389" y="2432858"/>
                  <a:pt x="4980576" y="2386974"/>
                </a:cubicBezTo>
                <a:cubicBezTo>
                  <a:pt x="5301763" y="2341090"/>
                  <a:pt x="5606563" y="2191967"/>
                  <a:pt x="5875311" y="1954354"/>
                </a:cubicBezTo>
                <a:cubicBezTo>
                  <a:pt x="6144059" y="1716741"/>
                  <a:pt x="6402976" y="1138277"/>
                  <a:pt x="6593066" y="961296"/>
                </a:cubicBezTo>
                <a:cubicBezTo>
                  <a:pt x="6783156" y="784316"/>
                  <a:pt x="6901668" y="750952"/>
                  <a:pt x="7015853" y="892471"/>
                </a:cubicBezTo>
                <a:cubicBezTo>
                  <a:pt x="7130038" y="1033990"/>
                  <a:pt x="7235572" y="1533468"/>
                  <a:pt x="7278178" y="1810410"/>
                </a:cubicBezTo>
                <a:cubicBezTo>
                  <a:pt x="7320785" y="2087352"/>
                  <a:pt x="7313574" y="2318738"/>
                  <a:pt x="7271492" y="2554122"/>
                </a:cubicBezTo>
                <a:cubicBezTo>
                  <a:pt x="7229410" y="2789506"/>
                  <a:pt x="7222330" y="3053929"/>
                  <a:pt x="7025685" y="3222716"/>
                </a:cubicBezTo>
                <a:cubicBezTo>
                  <a:pt x="6829040" y="3391503"/>
                  <a:pt x="6453383" y="3478027"/>
                  <a:pt x="6091621" y="3566845"/>
                </a:cubicBezTo>
                <a:cubicBezTo>
                  <a:pt x="5729860" y="3655663"/>
                  <a:pt x="5282819" y="3731043"/>
                  <a:pt x="4855116" y="3755624"/>
                </a:cubicBezTo>
                <a:cubicBezTo>
                  <a:pt x="4427413" y="3780205"/>
                  <a:pt x="3892866" y="3834282"/>
                  <a:pt x="3525402" y="3714329"/>
                </a:cubicBezTo>
                <a:cubicBezTo>
                  <a:pt x="3157938" y="3594376"/>
                  <a:pt x="2923996" y="3211245"/>
                  <a:pt x="2650331" y="3035903"/>
                </a:cubicBezTo>
                <a:cubicBezTo>
                  <a:pt x="2376666" y="2860561"/>
                  <a:pt x="2198079" y="2685284"/>
                  <a:pt x="1883414" y="2662277"/>
                </a:cubicBezTo>
                <a:cubicBezTo>
                  <a:pt x="1568749" y="2639270"/>
                  <a:pt x="1068779" y="2896219"/>
                  <a:pt x="762340" y="2897858"/>
                </a:cubicBezTo>
                <a:cubicBezTo>
                  <a:pt x="455901" y="2899497"/>
                  <a:pt x="139794" y="2855579"/>
                  <a:pt x="44782" y="2672109"/>
                </a:cubicBezTo>
                <a:cubicBezTo>
                  <a:pt x="-50230" y="2488639"/>
                  <a:pt x="9189" y="1995682"/>
                  <a:pt x="192266" y="1797038"/>
                </a:cubicBezTo>
                <a:cubicBezTo>
                  <a:pt x="375343" y="1598394"/>
                  <a:pt x="725043" y="1547889"/>
                  <a:pt x="1143242" y="1480243"/>
                </a:cubicBezTo>
                <a:cubicBezTo>
                  <a:pt x="1561441" y="1461365"/>
                  <a:pt x="2038633" y="1577090"/>
                  <a:pt x="2335698" y="1354586"/>
                </a:cubicBez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153941-4F4C-4FA0-8DD8-ABEACEF15F4E}"/>
              </a:ext>
            </a:extLst>
          </p:cNvPr>
          <p:cNvSpPr txBox="1"/>
          <p:nvPr/>
        </p:nvSpPr>
        <p:spPr>
          <a:xfrm>
            <a:off x="4013243" y="2593863"/>
            <a:ext cx="3333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3600" b="1" dirty="0">
                <a:latin typeface="Corbel" panose="020B0503020204020204" pitchFamily="34" charset="0"/>
              </a:rPr>
              <a:t>Tipping ridge</a:t>
            </a:r>
            <a:endParaRPr lang="en-GB" sz="3600" b="1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273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227F2AD1-3C02-45E6-8DD8-955B1187F61F}"/>
              </a:ext>
            </a:extLst>
          </p:cNvPr>
          <p:cNvSpPr/>
          <p:nvPr/>
        </p:nvSpPr>
        <p:spPr>
          <a:xfrm flipV="1">
            <a:off x="2146584" y="2719594"/>
            <a:ext cx="3341770" cy="635691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840478 w 11490960"/>
              <a:gd name="connsiteY2" fmla="*/ 559097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903615 w 11490960"/>
              <a:gd name="connsiteY2" fmla="*/ 1081643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1967022">
                <a:moveTo>
                  <a:pt x="0" y="0"/>
                </a:moveTo>
                <a:cubicBezTo>
                  <a:pt x="640715" y="949960"/>
                  <a:pt x="1269638" y="1717106"/>
                  <a:pt x="1920240" y="1897380"/>
                </a:cubicBezTo>
                <a:cubicBezTo>
                  <a:pt x="2570842" y="2077654"/>
                  <a:pt x="3264805" y="1080373"/>
                  <a:pt x="3903615" y="1081643"/>
                </a:cubicBezTo>
                <a:cubicBezTo>
                  <a:pt x="4542425" y="1082913"/>
                  <a:pt x="5126083" y="1819563"/>
                  <a:pt x="5753100" y="1905000"/>
                </a:cubicBezTo>
                <a:cubicBezTo>
                  <a:pt x="6380117" y="1990437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3F9D3BD-FE95-42EF-9C4B-C353910B93E8}"/>
              </a:ext>
            </a:extLst>
          </p:cNvPr>
          <p:cNvSpPr/>
          <p:nvPr/>
        </p:nvSpPr>
        <p:spPr>
          <a:xfrm flipV="1">
            <a:off x="2082700" y="3443395"/>
            <a:ext cx="3341770" cy="676380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840478 w 11490960"/>
              <a:gd name="connsiteY2" fmla="*/ 559097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903615 w 11490960"/>
              <a:gd name="connsiteY2" fmla="*/ 1081643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  <a:gd name="connsiteX0" fmla="*/ 0 w 11490960"/>
              <a:gd name="connsiteY0" fmla="*/ 0 h 2049291"/>
              <a:gd name="connsiteX1" fmla="*/ 1920240 w 11490960"/>
              <a:gd name="connsiteY1" fmla="*/ 1897380 h 2049291"/>
              <a:gd name="connsiteX2" fmla="*/ 3903615 w 11490960"/>
              <a:gd name="connsiteY2" fmla="*/ 1930780 h 2049291"/>
              <a:gd name="connsiteX3" fmla="*/ 5753100 w 11490960"/>
              <a:gd name="connsiteY3" fmla="*/ 1905000 h 2049291"/>
              <a:gd name="connsiteX4" fmla="*/ 7665720 w 11490960"/>
              <a:gd name="connsiteY4" fmla="*/ 1594265 h 2049291"/>
              <a:gd name="connsiteX5" fmla="*/ 9585960 w 11490960"/>
              <a:gd name="connsiteY5" fmla="*/ 1897380 h 2049291"/>
              <a:gd name="connsiteX6" fmla="*/ 11490960 w 11490960"/>
              <a:gd name="connsiteY6" fmla="*/ 15240 h 2049291"/>
              <a:gd name="connsiteX0" fmla="*/ 0 w 11490960"/>
              <a:gd name="connsiteY0" fmla="*/ 0 h 2092926"/>
              <a:gd name="connsiteX1" fmla="*/ 1920240 w 11490960"/>
              <a:gd name="connsiteY1" fmla="*/ 1897380 h 2092926"/>
              <a:gd name="connsiteX2" fmla="*/ 3903615 w 11490960"/>
              <a:gd name="connsiteY2" fmla="*/ 2032837 h 2092926"/>
              <a:gd name="connsiteX3" fmla="*/ 5753100 w 11490960"/>
              <a:gd name="connsiteY3" fmla="*/ 1905000 h 2092926"/>
              <a:gd name="connsiteX4" fmla="*/ 7665720 w 11490960"/>
              <a:gd name="connsiteY4" fmla="*/ 1594265 h 2092926"/>
              <a:gd name="connsiteX5" fmla="*/ 9585960 w 11490960"/>
              <a:gd name="connsiteY5" fmla="*/ 1897380 h 2092926"/>
              <a:gd name="connsiteX6" fmla="*/ 11490960 w 11490960"/>
              <a:gd name="connsiteY6" fmla="*/ 15240 h 2092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2092926">
                <a:moveTo>
                  <a:pt x="0" y="0"/>
                </a:moveTo>
                <a:cubicBezTo>
                  <a:pt x="640715" y="949960"/>
                  <a:pt x="1269638" y="1558574"/>
                  <a:pt x="1920240" y="1897380"/>
                </a:cubicBezTo>
                <a:cubicBezTo>
                  <a:pt x="2570842" y="2236186"/>
                  <a:pt x="3264805" y="2031567"/>
                  <a:pt x="3903615" y="2032837"/>
                </a:cubicBezTo>
                <a:cubicBezTo>
                  <a:pt x="4542425" y="2034107"/>
                  <a:pt x="5126083" y="1978095"/>
                  <a:pt x="5753100" y="1905000"/>
                </a:cubicBezTo>
                <a:cubicBezTo>
                  <a:pt x="6380118" y="1831905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9623E3-AD16-43DF-875C-891C60F60774}"/>
              </a:ext>
            </a:extLst>
          </p:cNvPr>
          <p:cNvSpPr/>
          <p:nvPr/>
        </p:nvSpPr>
        <p:spPr>
          <a:xfrm flipV="1">
            <a:off x="4457057" y="1600219"/>
            <a:ext cx="3341770" cy="636280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1968844">
                <a:moveTo>
                  <a:pt x="0" y="0"/>
                </a:moveTo>
                <a:cubicBezTo>
                  <a:pt x="640715" y="949960"/>
                  <a:pt x="1280160" y="1880402"/>
                  <a:pt x="1920240" y="1897380"/>
                </a:cubicBezTo>
                <a:cubicBezTo>
                  <a:pt x="2560320" y="1914358"/>
                  <a:pt x="3201670" y="100599"/>
                  <a:pt x="3840480" y="101869"/>
                </a:cubicBezTo>
                <a:cubicBezTo>
                  <a:pt x="4479290" y="103139"/>
                  <a:pt x="5115560" y="1656267"/>
                  <a:pt x="5753100" y="1905000"/>
                </a:cubicBezTo>
                <a:cubicBezTo>
                  <a:pt x="6390640" y="2153733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920B91A-26D2-4C9C-A60F-74B1339D1843}"/>
              </a:ext>
            </a:extLst>
          </p:cNvPr>
          <p:cNvSpPr/>
          <p:nvPr/>
        </p:nvSpPr>
        <p:spPr>
          <a:xfrm flipV="1">
            <a:off x="6767530" y="2719003"/>
            <a:ext cx="3341770" cy="636280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1968844">
                <a:moveTo>
                  <a:pt x="0" y="0"/>
                </a:moveTo>
                <a:cubicBezTo>
                  <a:pt x="640715" y="949960"/>
                  <a:pt x="1280160" y="1880402"/>
                  <a:pt x="1920240" y="1897380"/>
                </a:cubicBezTo>
                <a:cubicBezTo>
                  <a:pt x="2560320" y="1914358"/>
                  <a:pt x="3201670" y="100599"/>
                  <a:pt x="3840480" y="101869"/>
                </a:cubicBezTo>
                <a:cubicBezTo>
                  <a:pt x="4479290" y="103139"/>
                  <a:pt x="5115560" y="1656267"/>
                  <a:pt x="5753100" y="1905000"/>
                </a:cubicBezTo>
                <a:cubicBezTo>
                  <a:pt x="6390640" y="2153733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8ADFDCD-22B7-4028-BD03-CD29B697226D}"/>
              </a:ext>
            </a:extLst>
          </p:cNvPr>
          <p:cNvSpPr/>
          <p:nvPr/>
        </p:nvSpPr>
        <p:spPr>
          <a:xfrm flipV="1">
            <a:off x="6767530" y="3478656"/>
            <a:ext cx="3341770" cy="636280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1968844">
                <a:moveTo>
                  <a:pt x="0" y="0"/>
                </a:moveTo>
                <a:cubicBezTo>
                  <a:pt x="640715" y="949960"/>
                  <a:pt x="1280160" y="1880402"/>
                  <a:pt x="1920240" y="1897380"/>
                </a:cubicBezTo>
                <a:cubicBezTo>
                  <a:pt x="2560320" y="1914358"/>
                  <a:pt x="3201670" y="100599"/>
                  <a:pt x="3840480" y="101869"/>
                </a:cubicBezTo>
                <a:cubicBezTo>
                  <a:pt x="4479290" y="103139"/>
                  <a:pt x="5115560" y="1656267"/>
                  <a:pt x="5753100" y="1905000"/>
                </a:cubicBezTo>
                <a:cubicBezTo>
                  <a:pt x="6390640" y="2153733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6A3D197-4720-4427-9BFB-0396D64881C0}"/>
              </a:ext>
            </a:extLst>
          </p:cNvPr>
          <p:cNvSpPr/>
          <p:nvPr/>
        </p:nvSpPr>
        <p:spPr>
          <a:xfrm flipV="1">
            <a:off x="6767530" y="4267520"/>
            <a:ext cx="3341770" cy="636280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1968844">
                <a:moveTo>
                  <a:pt x="0" y="0"/>
                </a:moveTo>
                <a:cubicBezTo>
                  <a:pt x="640715" y="949960"/>
                  <a:pt x="1280160" y="1880402"/>
                  <a:pt x="1920240" y="1897380"/>
                </a:cubicBezTo>
                <a:cubicBezTo>
                  <a:pt x="2560320" y="1914358"/>
                  <a:pt x="3201670" y="100599"/>
                  <a:pt x="3840480" y="101869"/>
                </a:cubicBezTo>
                <a:cubicBezTo>
                  <a:pt x="4479290" y="103139"/>
                  <a:pt x="5115560" y="1656267"/>
                  <a:pt x="5753100" y="1905000"/>
                </a:cubicBezTo>
                <a:cubicBezTo>
                  <a:pt x="6390640" y="2153733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6F74BE-A08D-4D3C-99F4-45F0EA573B49}"/>
              </a:ext>
            </a:extLst>
          </p:cNvPr>
          <p:cNvSpPr/>
          <p:nvPr/>
        </p:nvSpPr>
        <p:spPr>
          <a:xfrm>
            <a:off x="7714286" y="2962815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043A16-70B0-42B0-805D-3EF911B9FA82}"/>
              </a:ext>
            </a:extLst>
          </p:cNvPr>
          <p:cNvSpPr/>
          <p:nvPr/>
        </p:nvSpPr>
        <p:spPr>
          <a:xfrm>
            <a:off x="8333220" y="3121898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E0E97D-0B7E-4D49-A159-616C88161B94}"/>
              </a:ext>
            </a:extLst>
          </p:cNvPr>
          <p:cNvSpPr/>
          <p:nvPr/>
        </p:nvSpPr>
        <p:spPr>
          <a:xfrm>
            <a:off x="8823618" y="4037265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2CDAFE-479C-4A8E-864D-A057BF32236E}"/>
              </a:ext>
            </a:extLst>
          </p:cNvPr>
          <p:cNvCxnSpPr/>
          <p:nvPr/>
        </p:nvCxnSpPr>
        <p:spPr>
          <a:xfrm flipV="1">
            <a:off x="8044407" y="2679791"/>
            <a:ext cx="211924" cy="31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F6B106-806D-40B2-9DC2-F5D82A4DABEC}"/>
              </a:ext>
            </a:extLst>
          </p:cNvPr>
          <p:cNvCxnSpPr/>
          <p:nvPr/>
        </p:nvCxnSpPr>
        <p:spPr>
          <a:xfrm flipV="1">
            <a:off x="8035226" y="2684332"/>
            <a:ext cx="211924" cy="314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E788AA-AB93-49D4-AD2E-A75AF7C855FC}"/>
              </a:ext>
            </a:extLst>
          </p:cNvPr>
          <p:cNvCxnSpPr/>
          <p:nvPr/>
        </p:nvCxnSpPr>
        <p:spPr>
          <a:xfrm>
            <a:off x="8723778" y="3344573"/>
            <a:ext cx="221791" cy="6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ED2A9D3-E1E7-47D4-A6A5-2F0FC3E3E65C}"/>
              </a:ext>
            </a:extLst>
          </p:cNvPr>
          <p:cNvSpPr/>
          <p:nvPr/>
        </p:nvSpPr>
        <p:spPr>
          <a:xfrm>
            <a:off x="5405345" y="1844120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BE0DFA-103F-4C1F-A095-6D8AC5ADD5BB}"/>
              </a:ext>
            </a:extLst>
          </p:cNvPr>
          <p:cNvSpPr/>
          <p:nvPr/>
        </p:nvSpPr>
        <p:spPr>
          <a:xfrm>
            <a:off x="3111320" y="2647691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D6C3054-137A-4A88-8661-C608FEC84C63}"/>
              </a:ext>
            </a:extLst>
          </p:cNvPr>
          <p:cNvSpPr/>
          <p:nvPr/>
        </p:nvSpPr>
        <p:spPr>
          <a:xfrm flipV="1">
            <a:off x="2102591" y="4202195"/>
            <a:ext cx="3341770" cy="701605"/>
          </a:xfrm>
          <a:custGeom>
            <a:avLst/>
            <a:gdLst>
              <a:gd name="connsiteX0" fmla="*/ 0 w 11452860"/>
              <a:gd name="connsiteY0" fmla="*/ 15240 h 1920255"/>
              <a:gd name="connsiteX1" fmla="*/ 1920240 w 11452860"/>
              <a:gd name="connsiteY1" fmla="*/ 1912620 h 1920255"/>
              <a:gd name="connsiteX2" fmla="*/ 3832860 w 11452860"/>
              <a:gd name="connsiteY2" fmla="*/ 0 h 1920255"/>
              <a:gd name="connsiteX3" fmla="*/ 5753100 w 11452860"/>
              <a:gd name="connsiteY3" fmla="*/ 1920240 h 1920255"/>
              <a:gd name="connsiteX4" fmla="*/ 7680960 w 11452860"/>
              <a:gd name="connsiteY4" fmla="*/ 38100 h 1920255"/>
              <a:gd name="connsiteX5" fmla="*/ 9585960 w 11452860"/>
              <a:gd name="connsiteY5" fmla="*/ 1912620 h 1920255"/>
              <a:gd name="connsiteX6" fmla="*/ 11452860 w 11452860"/>
              <a:gd name="connsiteY6" fmla="*/ 114300 h 1920255"/>
              <a:gd name="connsiteX0" fmla="*/ 0 w 11490960"/>
              <a:gd name="connsiteY0" fmla="*/ 15240 h 1920255"/>
              <a:gd name="connsiteX1" fmla="*/ 1920240 w 11490960"/>
              <a:gd name="connsiteY1" fmla="*/ 1912620 h 1920255"/>
              <a:gd name="connsiteX2" fmla="*/ 3832860 w 11490960"/>
              <a:gd name="connsiteY2" fmla="*/ 0 h 1920255"/>
              <a:gd name="connsiteX3" fmla="*/ 5753100 w 11490960"/>
              <a:gd name="connsiteY3" fmla="*/ 1920240 h 1920255"/>
              <a:gd name="connsiteX4" fmla="*/ 7680960 w 11490960"/>
              <a:gd name="connsiteY4" fmla="*/ 38100 h 1920255"/>
              <a:gd name="connsiteX5" fmla="*/ 9585960 w 11490960"/>
              <a:gd name="connsiteY5" fmla="*/ 1912620 h 1920255"/>
              <a:gd name="connsiteX6" fmla="*/ 11490960 w 11490960"/>
              <a:gd name="connsiteY6" fmla="*/ 30480 h 1920255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22860 h 1905000"/>
              <a:gd name="connsiteX3" fmla="*/ 5753100 w 11490960"/>
              <a:gd name="connsiteY3" fmla="*/ 1905000 h 1905000"/>
              <a:gd name="connsiteX4" fmla="*/ 7680960 w 11490960"/>
              <a:gd name="connsiteY4" fmla="*/ 22860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05071"/>
              <a:gd name="connsiteX1" fmla="*/ 1920240 w 11490960"/>
              <a:gd name="connsiteY1" fmla="*/ 1897380 h 1905071"/>
              <a:gd name="connsiteX2" fmla="*/ 3840480 w 11490960"/>
              <a:gd name="connsiteY2" fmla="*/ 101869 h 1905071"/>
              <a:gd name="connsiteX3" fmla="*/ 5753100 w 11490960"/>
              <a:gd name="connsiteY3" fmla="*/ 1905000 h 1905071"/>
              <a:gd name="connsiteX4" fmla="*/ 7680960 w 11490960"/>
              <a:gd name="connsiteY4" fmla="*/ 22860 h 1905071"/>
              <a:gd name="connsiteX5" fmla="*/ 9585960 w 11490960"/>
              <a:gd name="connsiteY5" fmla="*/ 1897380 h 1905071"/>
              <a:gd name="connsiteX6" fmla="*/ 11490960 w 11490960"/>
              <a:gd name="connsiteY6" fmla="*/ 15240 h 1905071"/>
              <a:gd name="connsiteX0" fmla="*/ 0 w 11490960"/>
              <a:gd name="connsiteY0" fmla="*/ 0 h 1905000"/>
              <a:gd name="connsiteX1" fmla="*/ 1920240 w 11490960"/>
              <a:gd name="connsiteY1" fmla="*/ 1897380 h 1905000"/>
              <a:gd name="connsiteX2" fmla="*/ 3840480 w 11490960"/>
              <a:gd name="connsiteY2" fmla="*/ 101869 h 1905000"/>
              <a:gd name="connsiteX3" fmla="*/ 5753100 w 11490960"/>
              <a:gd name="connsiteY3" fmla="*/ 1905000 h 1905000"/>
              <a:gd name="connsiteX4" fmla="*/ 7680960 w 11490960"/>
              <a:gd name="connsiteY4" fmla="*/ 101869 h 1905000"/>
              <a:gd name="connsiteX5" fmla="*/ 9585960 w 11490960"/>
              <a:gd name="connsiteY5" fmla="*/ 1897380 h 1905000"/>
              <a:gd name="connsiteX6" fmla="*/ 11490960 w 11490960"/>
              <a:gd name="connsiteY6" fmla="*/ 15240 h 1905000"/>
              <a:gd name="connsiteX0" fmla="*/ 0 w 11490960"/>
              <a:gd name="connsiteY0" fmla="*/ 0 h 1968844"/>
              <a:gd name="connsiteX1" fmla="*/ 1920240 w 11490960"/>
              <a:gd name="connsiteY1" fmla="*/ 1897380 h 1968844"/>
              <a:gd name="connsiteX2" fmla="*/ 3840480 w 11490960"/>
              <a:gd name="connsiteY2" fmla="*/ 101869 h 1968844"/>
              <a:gd name="connsiteX3" fmla="*/ 5753100 w 11490960"/>
              <a:gd name="connsiteY3" fmla="*/ 1905000 h 1968844"/>
              <a:gd name="connsiteX4" fmla="*/ 7665720 w 11490960"/>
              <a:gd name="connsiteY4" fmla="*/ 1594265 h 1968844"/>
              <a:gd name="connsiteX5" fmla="*/ 9585960 w 11490960"/>
              <a:gd name="connsiteY5" fmla="*/ 1897380 h 1968844"/>
              <a:gd name="connsiteX6" fmla="*/ 11490960 w 11490960"/>
              <a:gd name="connsiteY6" fmla="*/ 15240 h 1968844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840478 w 11490960"/>
              <a:gd name="connsiteY2" fmla="*/ 559097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  <a:gd name="connsiteX0" fmla="*/ 0 w 11490960"/>
              <a:gd name="connsiteY0" fmla="*/ 0 h 1967022"/>
              <a:gd name="connsiteX1" fmla="*/ 1920240 w 11490960"/>
              <a:gd name="connsiteY1" fmla="*/ 1897380 h 1967022"/>
              <a:gd name="connsiteX2" fmla="*/ 3903615 w 11490960"/>
              <a:gd name="connsiteY2" fmla="*/ 1081643 h 1967022"/>
              <a:gd name="connsiteX3" fmla="*/ 5753100 w 11490960"/>
              <a:gd name="connsiteY3" fmla="*/ 1905000 h 1967022"/>
              <a:gd name="connsiteX4" fmla="*/ 7665720 w 11490960"/>
              <a:gd name="connsiteY4" fmla="*/ 1594265 h 1967022"/>
              <a:gd name="connsiteX5" fmla="*/ 9585960 w 11490960"/>
              <a:gd name="connsiteY5" fmla="*/ 1897380 h 1967022"/>
              <a:gd name="connsiteX6" fmla="*/ 11490960 w 11490960"/>
              <a:gd name="connsiteY6" fmla="*/ 15240 h 1967022"/>
              <a:gd name="connsiteX0" fmla="*/ 0 w 11490960"/>
              <a:gd name="connsiteY0" fmla="*/ 0 h 2170979"/>
              <a:gd name="connsiteX1" fmla="*/ 1920240 w 11490960"/>
              <a:gd name="connsiteY1" fmla="*/ 1897380 h 2170979"/>
              <a:gd name="connsiteX2" fmla="*/ 3903615 w 11490960"/>
              <a:gd name="connsiteY2" fmla="*/ 2159394 h 2170979"/>
              <a:gd name="connsiteX3" fmla="*/ 5753100 w 11490960"/>
              <a:gd name="connsiteY3" fmla="*/ 1905000 h 2170979"/>
              <a:gd name="connsiteX4" fmla="*/ 7665720 w 11490960"/>
              <a:gd name="connsiteY4" fmla="*/ 1594265 h 2170979"/>
              <a:gd name="connsiteX5" fmla="*/ 9585960 w 11490960"/>
              <a:gd name="connsiteY5" fmla="*/ 1897380 h 2170979"/>
              <a:gd name="connsiteX6" fmla="*/ 11490960 w 11490960"/>
              <a:gd name="connsiteY6" fmla="*/ 15240 h 2170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0960" h="2170979">
                <a:moveTo>
                  <a:pt x="0" y="0"/>
                </a:moveTo>
                <a:cubicBezTo>
                  <a:pt x="640715" y="949960"/>
                  <a:pt x="1269638" y="1537481"/>
                  <a:pt x="1920240" y="1897380"/>
                </a:cubicBezTo>
                <a:cubicBezTo>
                  <a:pt x="2570843" y="2257279"/>
                  <a:pt x="3264805" y="2158124"/>
                  <a:pt x="3903615" y="2159394"/>
                </a:cubicBezTo>
                <a:cubicBezTo>
                  <a:pt x="4542425" y="2160664"/>
                  <a:pt x="5126082" y="1999188"/>
                  <a:pt x="5753100" y="1905000"/>
                </a:cubicBezTo>
                <a:cubicBezTo>
                  <a:pt x="6380118" y="1810812"/>
                  <a:pt x="7026910" y="1595535"/>
                  <a:pt x="7665720" y="1594265"/>
                </a:cubicBezTo>
                <a:cubicBezTo>
                  <a:pt x="8304530" y="1592995"/>
                  <a:pt x="8948420" y="2160551"/>
                  <a:pt x="9585960" y="1897380"/>
                </a:cubicBezTo>
                <a:cubicBezTo>
                  <a:pt x="10223500" y="1634209"/>
                  <a:pt x="10871835" y="920750"/>
                  <a:pt x="11490960" y="15240"/>
                </a:cubicBezTo>
              </a:path>
            </a:pathLst>
          </a:cu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B9429C-8446-43C3-8486-FFFDEA541B4D}"/>
              </a:ext>
            </a:extLst>
          </p:cNvPr>
          <p:cNvSpPr/>
          <p:nvPr/>
        </p:nvSpPr>
        <p:spPr>
          <a:xfrm>
            <a:off x="4141856" y="4041711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3E9AC4-9813-4A12-9DCA-B276A33BB133}"/>
              </a:ext>
            </a:extLst>
          </p:cNvPr>
          <p:cNvCxnSpPr/>
          <p:nvPr/>
        </p:nvCxnSpPr>
        <p:spPr>
          <a:xfrm flipV="1">
            <a:off x="3252835" y="3016148"/>
            <a:ext cx="0" cy="2702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2BC17E3-BDC6-4B62-BAA1-ECEA338DBCF9}"/>
              </a:ext>
            </a:extLst>
          </p:cNvPr>
          <p:cNvSpPr/>
          <p:nvPr/>
        </p:nvSpPr>
        <p:spPr>
          <a:xfrm>
            <a:off x="3220894" y="3125799"/>
            <a:ext cx="348897" cy="352361"/>
          </a:xfrm>
          <a:prstGeom prst="ellipse">
            <a:avLst/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b="1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B638BED-D8A6-452F-B8FB-ADA30E32C1D3}"/>
              </a:ext>
            </a:extLst>
          </p:cNvPr>
          <p:cNvCxnSpPr/>
          <p:nvPr/>
        </p:nvCxnSpPr>
        <p:spPr>
          <a:xfrm flipV="1">
            <a:off x="3252835" y="4275724"/>
            <a:ext cx="776" cy="544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B704E7-8260-42EF-AD74-4C92F6EE5AFC}"/>
              </a:ext>
            </a:extLst>
          </p:cNvPr>
          <p:cNvCxnSpPr/>
          <p:nvPr/>
        </p:nvCxnSpPr>
        <p:spPr>
          <a:xfrm flipV="1">
            <a:off x="3252835" y="3565756"/>
            <a:ext cx="1164" cy="459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wn Arrow 23">
            <a:extLst>
              <a:ext uri="{FF2B5EF4-FFF2-40B4-BE49-F238E27FC236}">
                <a16:creationId xmlns:a16="http://schemas.microsoft.com/office/drawing/2014/main" id="{4AC55847-16A8-4748-9663-EEFA2D7BF82E}"/>
              </a:ext>
            </a:extLst>
          </p:cNvPr>
          <p:cNvSpPr/>
          <p:nvPr/>
        </p:nvSpPr>
        <p:spPr>
          <a:xfrm rot="2074439">
            <a:off x="5442692" y="2365923"/>
            <a:ext cx="236676" cy="46555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4A273A75-3FE0-4CAD-A114-6B34C138BE11}"/>
              </a:ext>
            </a:extLst>
          </p:cNvPr>
          <p:cNvSpPr/>
          <p:nvPr/>
        </p:nvSpPr>
        <p:spPr>
          <a:xfrm rot="19639619">
            <a:off x="6449029" y="2360728"/>
            <a:ext cx="236676" cy="46555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CF38EE-D85A-438E-80E0-5C50CFBD2D23}"/>
              </a:ext>
            </a:extLst>
          </p:cNvPr>
          <p:cNvSpPr txBox="1"/>
          <p:nvPr/>
        </p:nvSpPr>
        <p:spPr>
          <a:xfrm>
            <a:off x="5828428" y="3043836"/>
            <a:ext cx="574194" cy="4150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fi-FI" sz="1200" b="1" dirty="0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Time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8D75D3-DA50-4B22-9869-4C1EC129685F}"/>
              </a:ext>
            </a:extLst>
          </p:cNvPr>
          <p:cNvSpPr txBox="1"/>
          <p:nvPr/>
        </p:nvSpPr>
        <p:spPr>
          <a:xfrm>
            <a:off x="5840844" y="3801933"/>
            <a:ext cx="574194" cy="4150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fi-FI" sz="1200" b="1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Time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F2271-88E9-4646-8F80-76F2E545C8CD}"/>
              </a:ext>
            </a:extLst>
          </p:cNvPr>
          <p:cNvSpPr txBox="1"/>
          <p:nvPr/>
        </p:nvSpPr>
        <p:spPr>
          <a:xfrm>
            <a:off x="5840844" y="4532540"/>
            <a:ext cx="574194" cy="4150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fi-FI" sz="1200" b="1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Time 3</a:t>
            </a:r>
          </a:p>
        </p:txBody>
      </p:sp>
      <p:sp>
        <p:nvSpPr>
          <p:cNvPr id="2" name="TextBox 27">
            <a:extLst>
              <a:ext uri="{FF2B5EF4-FFF2-40B4-BE49-F238E27FC236}">
                <a16:creationId xmlns:a16="http://schemas.microsoft.com/office/drawing/2014/main" id="{DFF1FF0A-A203-E1CA-B8D8-089CB289B11F}"/>
              </a:ext>
            </a:extLst>
          </p:cNvPr>
          <p:cNvSpPr txBox="1"/>
          <p:nvPr/>
        </p:nvSpPr>
        <p:spPr>
          <a:xfrm>
            <a:off x="2780460" y="4925922"/>
            <a:ext cx="1578661" cy="401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fi-FI" sz="1200" b="1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B-tipping</a:t>
            </a:r>
          </a:p>
        </p:txBody>
      </p:sp>
      <p:sp>
        <p:nvSpPr>
          <p:cNvPr id="3" name="TextBox 27">
            <a:extLst>
              <a:ext uri="{FF2B5EF4-FFF2-40B4-BE49-F238E27FC236}">
                <a16:creationId xmlns:a16="http://schemas.microsoft.com/office/drawing/2014/main" id="{1022C3A7-CDDB-BDCC-D462-8C58203B558D}"/>
              </a:ext>
            </a:extLst>
          </p:cNvPr>
          <p:cNvSpPr txBox="1"/>
          <p:nvPr/>
        </p:nvSpPr>
        <p:spPr>
          <a:xfrm>
            <a:off x="7649084" y="4925922"/>
            <a:ext cx="1578661" cy="4011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fi-FI" sz="1200" b="1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N-tipping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F121BA-DC13-4EF1-9AF7-A6CBE69ECECA}"/>
              </a:ext>
            </a:extLst>
          </p:cNvPr>
          <p:cNvSpPr txBox="1"/>
          <p:nvPr/>
        </p:nvSpPr>
        <p:spPr>
          <a:xfrm>
            <a:off x="5122606" y="1061438"/>
            <a:ext cx="972880" cy="4150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fi-FI" sz="1200" b="1" dirty="0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Smoking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1027C-6A85-420E-B246-4CFA260ED465}"/>
              </a:ext>
            </a:extLst>
          </p:cNvPr>
          <p:cNvSpPr txBox="1"/>
          <p:nvPr/>
        </p:nvSpPr>
        <p:spPr>
          <a:xfrm>
            <a:off x="6196765" y="860165"/>
            <a:ext cx="972880" cy="81757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fi-FI" sz="1200" b="1" dirty="0">
                <a:latin typeface="Georgia" panose="02040502050405020303" pitchFamily="18" charset="0"/>
                <a:ea typeface="Yu Gothic UI Semibold" panose="020B0700000000000000" pitchFamily="34" charset="-128"/>
                <a:cs typeface="Tahoma" panose="020B0604030504040204" pitchFamily="34" charset="0"/>
              </a:rPr>
              <a:t>Non-Smoking</a:t>
            </a:r>
          </a:p>
        </p:txBody>
      </p:sp>
    </p:spTree>
    <p:extLst>
      <p:ext uri="{BB962C8B-B14F-4D97-AF65-F5344CB8AC3E}">
        <p14:creationId xmlns:p14="http://schemas.microsoft.com/office/powerpoint/2010/main" val="2390861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Yu Gothic UI Semibold</vt:lpstr>
      <vt:lpstr>Arial</vt:lpstr>
      <vt:lpstr>Calibri</vt:lpstr>
      <vt:lpstr>Calibri Light</vt:lpstr>
      <vt:lpstr>Corbel</vt:lpstr>
      <vt:lpstr>Georgia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Heino, Matti Toivo Juhani</dc:creator>
  <cp:lastModifiedBy>Heino, Matti Toivo Juhani</cp:lastModifiedBy>
  <cp:revision>8</cp:revision>
  <dcterms:created xsi:type="dcterms:W3CDTF">2026-02-24T19:42:25Z</dcterms:created>
  <dcterms:modified xsi:type="dcterms:W3CDTF">2026-02-24T20:28:52Z</dcterms:modified>
</cp:coreProperties>
</file>